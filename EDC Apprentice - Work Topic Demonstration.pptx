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3"/>
  </p:sldMasterIdLst>
  <p:notesMasterIdLst>
    <p:notesMasterId r:id="rId20"/>
  </p:notesMasterIdLst>
  <p:sldIdLst>
    <p:sldId id="256" r:id="rId4"/>
    <p:sldId id="257" r:id="rId5"/>
    <p:sldId id="261" r:id="rId6"/>
    <p:sldId id="262" r:id="rId7"/>
    <p:sldId id="263" r:id="rId8"/>
    <p:sldId id="264" r:id="rId9"/>
    <p:sldId id="265" r:id="rId10"/>
    <p:sldId id="266" r:id="rId11"/>
    <p:sldId id="267" r:id="rId12"/>
    <p:sldId id="268" r:id="rId13"/>
    <p:sldId id="269" r:id="rId14"/>
    <p:sldId id="270" r:id="rId15"/>
    <p:sldId id="271" r:id="rId16"/>
    <p:sldId id="294" r:id="rId17"/>
    <p:sldId id="295" r:id="rId18"/>
    <p:sldId id="272" r:id="rId19"/>
  </p:sldIdLst>
  <p:sldSz cx="10969625" cy="6170613"/>
  <p:notesSz cx="6858000" cy="9144000"/>
  <p:custDataLst>
    <p:tags r:id="rId21"/>
  </p:custDataLst>
  <p:defaultTextStyle>
    <a:defPPr>
      <a:defRPr lang="de-DE"/>
    </a:defPPr>
    <a:lvl1pPr algn="l" rtl="0" fontAlgn="base">
      <a:spcBef>
        <a:spcPct val="0"/>
      </a:spcBef>
      <a:spcAft>
        <a:spcPct val="0"/>
      </a:spcAft>
      <a:defRPr kern="1200">
        <a:solidFill>
          <a:schemeClr val="tx1"/>
        </a:solidFill>
        <a:latin typeface="Bosch Office Sans" pitchFamily="34" charset="0"/>
        <a:ea typeface="+mn-ea"/>
        <a:cs typeface="+mn-cs"/>
      </a:defRPr>
    </a:lvl1pPr>
    <a:lvl2pPr marL="411137" algn="l" rtl="0" fontAlgn="base">
      <a:spcBef>
        <a:spcPct val="0"/>
      </a:spcBef>
      <a:spcAft>
        <a:spcPct val="0"/>
      </a:spcAft>
      <a:defRPr kern="1200">
        <a:solidFill>
          <a:schemeClr val="tx1"/>
        </a:solidFill>
        <a:latin typeface="Bosch Office Sans" pitchFamily="34" charset="0"/>
        <a:ea typeface="+mn-ea"/>
        <a:cs typeface="+mn-cs"/>
      </a:defRPr>
    </a:lvl2pPr>
    <a:lvl3pPr marL="822275" algn="l" rtl="0" fontAlgn="base">
      <a:spcBef>
        <a:spcPct val="0"/>
      </a:spcBef>
      <a:spcAft>
        <a:spcPct val="0"/>
      </a:spcAft>
      <a:defRPr kern="1200">
        <a:solidFill>
          <a:schemeClr val="tx1"/>
        </a:solidFill>
        <a:latin typeface="Bosch Office Sans" pitchFamily="34" charset="0"/>
        <a:ea typeface="+mn-ea"/>
        <a:cs typeface="+mn-cs"/>
      </a:defRPr>
    </a:lvl3pPr>
    <a:lvl4pPr marL="1233411" algn="l" rtl="0" fontAlgn="base">
      <a:spcBef>
        <a:spcPct val="0"/>
      </a:spcBef>
      <a:spcAft>
        <a:spcPct val="0"/>
      </a:spcAft>
      <a:defRPr kern="1200">
        <a:solidFill>
          <a:schemeClr val="tx1"/>
        </a:solidFill>
        <a:latin typeface="Bosch Office Sans" pitchFamily="34" charset="0"/>
        <a:ea typeface="+mn-ea"/>
        <a:cs typeface="+mn-cs"/>
      </a:defRPr>
    </a:lvl4pPr>
    <a:lvl5pPr marL="1644549" algn="l" rtl="0" fontAlgn="base">
      <a:spcBef>
        <a:spcPct val="0"/>
      </a:spcBef>
      <a:spcAft>
        <a:spcPct val="0"/>
      </a:spcAft>
      <a:defRPr kern="1200">
        <a:solidFill>
          <a:schemeClr val="tx1"/>
        </a:solidFill>
        <a:latin typeface="Bosch Office Sans" pitchFamily="34" charset="0"/>
        <a:ea typeface="+mn-ea"/>
        <a:cs typeface="+mn-cs"/>
      </a:defRPr>
    </a:lvl5pPr>
    <a:lvl6pPr marL="2055686" algn="l" defTabSz="822275" rtl="0" eaLnBrk="1" latinLnBrk="0" hangingPunct="1">
      <a:defRPr kern="1200">
        <a:solidFill>
          <a:schemeClr val="tx1"/>
        </a:solidFill>
        <a:latin typeface="Bosch Office Sans" pitchFamily="34" charset="0"/>
        <a:ea typeface="+mn-ea"/>
        <a:cs typeface="+mn-cs"/>
      </a:defRPr>
    </a:lvl6pPr>
    <a:lvl7pPr marL="2466823" algn="l" defTabSz="822275" rtl="0" eaLnBrk="1" latinLnBrk="0" hangingPunct="1">
      <a:defRPr kern="1200">
        <a:solidFill>
          <a:schemeClr val="tx1"/>
        </a:solidFill>
        <a:latin typeface="Bosch Office Sans" pitchFamily="34" charset="0"/>
        <a:ea typeface="+mn-ea"/>
        <a:cs typeface="+mn-cs"/>
      </a:defRPr>
    </a:lvl7pPr>
    <a:lvl8pPr marL="2877960" algn="l" defTabSz="822275" rtl="0" eaLnBrk="1" latinLnBrk="0" hangingPunct="1">
      <a:defRPr kern="1200">
        <a:solidFill>
          <a:schemeClr val="tx1"/>
        </a:solidFill>
        <a:latin typeface="Bosch Office Sans" pitchFamily="34" charset="0"/>
        <a:ea typeface="+mn-ea"/>
        <a:cs typeface="+mn-cs"/>
      </a:defRPr>
    </a:lvl8pPr>
    <a:lvl9pPr marL="3289097" algn="l" defTabSz="822275" rtl="0" eaLnBrk="1" latinLnBrk="0" hangingPunct="1">
      <a:defRPr kern="1200">
        <a:solidFill>
          <a:schemeClr val="tx1"/>
        </a:solidFill>
        <a:latin typeface="Bosch Office Sans"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p:cViewPr varScale="1">
        <p:scale>
          <a:sx n="91" d="100"/>
          <a:sy n="91" d="100"/>
        </p:scale>
        <p:origin x="715"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1.xml"/><Relationship Id="rId21" Type="http://schemas.openxmlformats.org/officeDocument/2006/relationships/tags" Target="tags/tag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07911F-CEAF-4F0B-98BD-EFB38C6572AA}" type="datetimeFigureOut">
              <a:rPr lang="de-DE" smtClean="0"/>
              <a:t>19.01.2026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2D48B2-9EB0-4B37-9B35-FC11E2EA535A}" type="slidenum">
              <a:rPr lang="de-DE" smtClean="0"/>
              <a:t>‹#›</a:t>
            </a:fld>
            <a:endParaRPr lang="de-DE"/>
          </a:p>
        </p:txBody>
      </p:sp>
    </p:spTree>
    <p:extLst>
      <p:ext uri="{BB962C8B-B14F-4D97-AF65-F5344CB8AC3E}">
        <p14:creationId xmlns:p14="http://schemas.microsoft.com/office/powerpoint/2010/main" val="2203153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BF558F48-F6D6-4568-8DA6-55FAE81CC26F}"/>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547200" y="2602898"/>
            <a:ext cx="9268637" cy="1507549"/>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7" name="Text Placeholder 2">
            <a:extLst>
              <a:ext uri="{FF2B5EF4-FFF2-40B4-BE49-F238E27FC236}">
                <a16:creationId xmlns:a16="http://schemas.microsoft.com/office/drawing/2014/main" id="{77B0DFCC-F037-4745-849A-E2902A32AC76}"/>
              </a:ext>
            </a:extLst>
          </p:cNvPr>
          <p:cNvSpPr>
            <a:spLocks noGrp="1"/>
          </p:cNvSpPr>
          <p:nvPr>
            <p:ph type="body" sz="quarter" idx="1" hasCustomPrompt="1"/>
          </p:nvPr>
        </p:nvSpPr>
        <p:spPr>
          <a:xfrm>
            <a:off x="547200" y="4241130"/>
            <a:ext cx="9268637"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4" name="SuperGraphic">
            <a:extLst>
              <a:ext uri="{FF2B5EF4-FFF2-40B4-BE49-F238E27FC236}">
                <a16:creationId xmlns:a16="http://schemas.microsoft.com/office/drawing/2014/main" id="{862C2846-F73C-4F37-B810-57D2567D11EB}"/>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 y="0"/>
            <a:ext cx="10969200" cy="2056725"/>
          </a:xfrm>
          <a:prstGeom prst="rect">
            <a:avLst/>
          </a:prstGeom>
        </p:spPr>
      </p:pic>
    </p:spTree>
    <p:extLst>
      <p:ext uri="{BB962C8B-B14F-4D97-AF65-F5344CB8AC3E}">
        <p14:creationId xmlns:p14="http://schemas.microsoft.com/office/powerpoint/2010/main" val="2149848536"/>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2590" userDrawn="1">
          <p15:clr>
            <a:srgbClr val="FBAE40"/>
          </p15:clr>
        </p15:guide>
        <p15:guide id="5" orient="horz" pos="2669" userDrawn="1">
          <p15:clr>
            <a:srgbClr val="FBAE40"/>
          </p15:clr>
        </p15:guide>
        <p15:guide id="6" orient="horz" pos="346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vertic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43858496-C239-47F8-BDF4-1C95D89182D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8" name="Title 1">
            <a:extLst>
              <a:ext uri="{FF2B5EF4-FFF2-40B4-BE49-F238E27FC236}">
                <a16:creationId xmlns:a16="http://schemas.microsoft.com/office/drawing/2014/main" id="{7FD8C3B7-D4C2-49FB-A234-B9EF65EF0E25}"/>
              </a:ext>
            </a:extLst>
          </p:cNvPr>
          <p:cNvSpPr>
            <a:spLocks noGrp="1"/>
          </p:cNvSpPr>
          <p:nvPr>
            <p:ph type="ctrTitle" hasCustomPrompt="1"/>
          </p:nvPr>
        </p:nvSpPr>
        <p:spPr>
          <a:xfrm>
            <a:off x="3289593" y="1152144"/>
            <a:ext cx="7132831" cy="2044365"/>
          </a:xfrm>
          <a:ln w="0">
            <a:noFill/>
          </a:ln>
          <a:effectLst/>
        </p:spPr>
        <p:txBody>
          <a:bodyPr anchor="b" anchorCtr="0">
            <a:normAutofit/>
          </a:bodyPr>
          <a:lstStyle>
            <a:lvl1pPr algn="l">
              <a:lnSpc>
                <a:spcPct val="100000"/>
              </a:lnSpc>
              <a:defRPr sz="4000" b="1" kern="0" cap="none" baseline="0">
                <a:solidFill>
                  <a:schemeClr val="tx1"/>
                </a:solidFill>
              </a:defRPr>
            </a:lvl1pPr>
          </a:lstStyle>
          <a:p>
            <a:r>
              <a:rPr lang="en-US" noProof="1"/>
              <a:t>Presentation title</a:t>
            </a:r>
          </a:p>
        </p:txBody>
      </p:sp>
      <p:sp>
        <p:nvSpPr>
          <p:cNvPr id="4" name="Text Placeholder 2">
            <a:extLst>
              <a:ext uri="{FF2B5EF4-FFF2-40B4-BE49-F238E27FC236}">
                <a16:creationId xmlns:a16="http://schemas.microsoft.com/office/drawing/2014/main" id="{55C2B86F-C1CA-4E64-9221-A99B4E89D289}"/>
              </a:ext>
            </a:extLst>
          </p:cNvPr>
          <p:cNvSpPr>
            <a:spLocks noGrp="1"/>
          </p:cNvSpPr>
          <p:nvPr>
            <p:ph type="body" sz="quarter" idx="1" hasCustomPrompt="1"/>
          </p:nvPr>
        </p:nvSpPr>
        <p:spPr>
          <a:xfrm>
            <a:off x="3289593" y="3327191"/>
            <a:ext cx="7132831" cy="1254369"/>
          </a:xfrm>
        </p:spPr>
        <p:txBody>
          <a:bodyPr>
            <a:normAutofit/>
          </a:bodyPr>
          <a:lstStyle>
            <a:lvl1pPr marL="0" indent="0">
              <a:buFontTx/>
              <a:buNone/>
              <a:defRPr sz="2400"/>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noProof="1"/>
              <a:t>Name, Department, Date</a:t>
            </a:r>
          </a:p>
        </p:txBody>
      </p:sp>
      <p:pic>
        <p:nvPicPr>
          <p:cNvPr id="3" name="SuperGraphic">
            <a:extLst>
              <a:ext uri="{FF2B5EF4-FFF2-40B4-BE49-F238E27FC236}">
                <a16:creationId xmlns:a16="http://schemas.microsoft.com/office/drawing/2014/main" id="{8E3B306C-041F-4487-8C98-1BF9B6BE172F}"/>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2742494" cy="6170613"/>
          </a:xfrm>
          <a:prstGeom prst="rect">
            <a:avLst/>
          </a:prstGeom>
        </p:spPr>
      </p:pic>
    </p:spTree>
    <p:extLst>
      <p:ext uri="{BB962C8B-B14F-4D97-AF65-F5344CB8AC3E}">
        <p14:creationId xmlns:p14="http://schemas.microsoft.com/office/powerpoint/2010/main" val="1621930316"/>
      </p:ext>
    </p:extLst>
  </p:cSld>
  <p:clrMapOvr>
    <a:masterClrMapping/>
  </p:clrMapOvr>
  <p:hf sldNum="0" hdr="0" ftr="0" dt="0"/>
  <p:extLst>
    <p:ext uri="{DCECCB84-F9BA-43D5-87BE-67443E8EF086}">
      <p15:sldGuideLst xmlns:p15="http://schemas.microsoft.com/office/powerpoint/2012/main">
        <p15:guide id="1" pos="2070" userDrawn="1">
          <p15:clr>
            <a:srgbClr val="FBAE40"/>
          </p15:clr>
        </p15:guide>
        <p15:guide id="2" pos="6566" userDrawn="1">
          <p15:clr>
            <a:srgbClr val="FBAE40"/>
          </p15:clr>
        </p15:guide>
        <p15:guide id="3" orient="horz" pos="2093" userDrawn="1">
          <p15:clr>
            <a:srgbClr val="FBAE40"/>
          </p15:clr>
        </p15:guide>
        <p15:guide id="4" orient="horz" pos="2014" userDrawn="1">
          <p15:clr>
            <a:srgbClr val="FBAE40"/>
          </p15:clr>
        </p15:guide>
        <p15:guide id="5" orient="horz" pos="3473"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horizontal ">
    <p:spTree>
      <p:nvGrpSpPr>
        <p:cNvPr id="1" name=""/>
        <p:cNvGrpSpPr/>
        <p:nvPr/>
      </p:nvGrpSpPr>
      <p:grpSpPr>
        <a:xfrm>
          <a:off x="0" y="0"/>
          <a:ext cx="0" cy="0"/>
          <a:chOff x="0" y="0"/>
          <a:chExt cx="0" cy="0"/>
        </a:xfrm>
      </p:grpSpPr>
      <p:pic>
        <p:nvPicPr>
          <p:cNvPr id="9" name="Logo">
            <a:extLst>
              <a:ext uri="{FF2B5EF4-FFF2-40B4-BE49-F238E27FC236}">
                <a16:creationId xmlns:a16="http://schemas.microsoft.com/office/drawing/2014/main" id="{E881C9CD-D10B-4CDB-B44D-3FBD5D07A516}"/>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547200" y="2602896"/>
            <a:ext cx="9268637" cy="2892602"/>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0" y="99"/>
            <a:ext cx="10969625" cy="2055600"/>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5781" y="98"/>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3828809399"/>
      </p:ext>
    </p:extLst>
  </p:cSld>
  <p:clrMapOvr>
    <a:masterClrMapping/>
  </p:clrMapOvr>
  <p:hf sldNum="0" hdr="0" ftr="0" dt="0"/>
  <p:extLst>
    <p:ext uri="{DCECCB84-F9BA-43D5-87BE-67443E8EF086}">
      <p15:sldGuideLst xmlns:p15="http://schemas.microsoft.com/office/powerpoint/2012/main">
        <p15:guide id="1" pos="342" userDrawn="1">
          <p15:clr>
            <a:srgbClr val="FBAE40"/>
          </p15:clr>
        </p15:guide>
        <p15:guide id="2" pos="6185" userDrawn="1">
          <p15:clr>
            <a:srgbClr val="FBAE40"/>
          </p15:clr>
        </p15:guide>
        <p15:guide id="3" orient="horz" pos="1639" userDrawn="1">
          <p15:clr>
            <a:srgbClr val="FBAE40"/>
          </p15:clr>
        </p15:guide>
        <p15:guide id="4" orient="horz" pos="3463"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E5083679-3829-4F0B-9E1A-B4E6F314AFD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6" name="Chapter_title">
            <a:extLst>
              <a:ext uri="{FF2B5EF4-FFF2-40B4-BE49-F238E27FC236}">
                <a16:creationId xmlns:a16="http://schemas.microsoft.com/office/drawing/2014/main" id="{EE80FFE3-B9B2-433E-9111-10990FD419AB}"/>
              </a:ext>
            </a:extLst>
          </p:cNvPr>
          <p:cNvSpPr>
            <a:spLocks noGrp="1"/>
          </p:cNvSpPr>
          <p:nvPr>
            <p:ph type="body" sz="quarter" idx="15" hasCustomPrompt="1"/>
          </p:nvPr>
        </p:nvSpPr>
        <p:spPr>
          <a:xfrm>
            <a:off x="3279831" y="1200075"/>
            <a:ext cx="7072741" cy="3142785"/>
          </a:xfrm>
          <a:ln w="0">
            <a:noFill/>
          </a:ln>
          <a:effectLst/>
        </p:spPr>
        <p:txBody>
          <a:bodyPr anchor="t" anchorCtr="0">
            <a:normAutofit/>
          </a:bodyPr>
          <a:lstStyle>
            <a:lvl1pPr marL="0" indent="0" algn="l">
              <a:lnSpc>
                <a:spcPct val="100000"/>
              </a:lnSpc>
              <a:spcBef>
                <a:spcPts val="0"/>
              </a:spcBef>
              <a:buFontTx/>
              <a:buNone/>
              <a:defRPr sz="4000" b="1" kern="0" cap="none" baseline="0">
                <a:solidFill>
                  <a:schemeClr val="tx1"/>
                </a:solidFill>
              </a:defRPr>
            </a:lvl1pPr>
          </a:lstStyle>
          <a:p>
            <a:r>
              <a:rPr lang="en-US" noProof="1"/>
              <a:t>Chapter title</a:t>
            </a:r>
          </a:p>
        </p:txBody>
      </p:sp>
      <p:sp>
        <p:nvSpPr>
          <p:cNvPr id="3" name="RectangleCol">
            <a:extLst>
              <a:ext uri="{FF2B5EF4-FFF2-40B4-BE49-F238E27FC236}">
                <a16:creationId xmlns:a16="http://schemas.microsoft.com/office/drawing/2014/main" id="{5DD958C9-7251-4FEC-9785-C1A6CE9F6847}"/>
              </a:ext>
            </a:extLst>
          </p:cNvPr>
          <p:cNvSpPr>
            <a:spLocks noSelect="1" noChangeAspect="1"/>
          </p:cNvSpPr>
          <p:nvPr userDrawn="1"/>
        </p:nvSpPr>
        <p:spPr>
          <a:xfrm>
            <a:off x="-1" y="99"/>
            <a:ext cx="2739600" cy="6170514"/>
          </a:xfrm>
          <a:prstGeom prst="rect">
            <a:avLst/>
          </a:prstGeom>
          <a:solidFill>
            <a:schemeClr val="accent1"/>
          </a:solidFill>
          <a:ln w="9525" cap="flat" cmpd="sng" algn="ctr">
            <a:noFill/>
            <a:prstDash val="solid"/>
          </a:ln>
          <a:effectLst/>
        </p:spPr>
        <p:txBody>
          <a:bodyPr rtlCol="0" anchor="ctr"/>
          <a:lstStyle/>
          <a:p>
            <a:pPr marL="0" marR="0" indent="0" algn="ctr" defTabSz="914400" eaLnBrk="1" fontAlgn="auto" latinLnBrk="0" hangingPunct="1">
              <a:lnSpc>
                <a:spcPct val="100000"/>
              </a:lnSpc>
              <a:spcBef>
                <a:spcPts val="0"/>
              </a:spcBef>
              <a:spcAft>
                <a:spcPts val="0"/>
              </a:spcAft>
              <a:buClrTx/>
              <a:buSzTx/>
              <a:buFontTx/>
              <a:buNone/>
              <a:tabLst/>
            </a:pPr>
            <a:endParaRPr kumimoji="0" lang="de-DE" sz="1800" b="0" i="0" u="none" strike="noStrike" kern="0" cap="none" spc="0" normalizeH="0" baseline="0" noProof="0" dirty="0">
              <a:ln>
                <a:noFill/>
              </a:ln>
              <a:solidFill>
                <a:srgbClr val="000000"/>
              </a:solidFill>
              <a:effectLst/>
              <a:uLnTx/>
              <a:uFillTx/>
              <a:latin typeface="Bosch Office Sans"/>
              <a:ea typeface="+mn-ea"/>
              <a:cs typeface="+mn-cs"/>
            </a:endParaRPr>
          </a:p>
        </p:txBody>
      </p:sp>
      <p:sp>
        <p:nvSpPr>
          <p:cNvPr id="4" name="Text Placeholder 3">
            <a:extLst>
              <a:ext uri="{FF2B5EF4-FFF2-40B4-BE49-F238E27FC236}">
                <a16:creationId xmlns:a16="http://schemas.microsoft.com/office/drawing/2014/main" id="{D9EAE105-4DC3-4775-A78C-B758C32ACFF6}"/>
              </a:ext>
            </a:extLst>
          </p:cNvPr>
          <p:cNvSpPr>
            <a:spLocks noGrp="1"/>
          </p:cNvSpPr>
          <p:nvPr>
            <p:ph type="ctrTitle" hasCustomPrompt="1"/>
          </p:nvPr>
        </p:nvSpPr>
        <p:spPr>
          <a:xfrm>
            <a:off x="464400" y="99"/>
            <a:ext cx="2207942" cy="2055600"/>
          </a:xfrm>
        </p:spPr>
        <p:txBody>
          <a:bodyPr bIns="72000" anchor="ctr"/>
          <a:lstStyle>
            <a:lvl1pPr marL="0" indent="0">
              <a:lnSpc>
                <a:spcPct val="100000"/>
              </a:lnSpc>
              <a:spcBef>
                <a:spcPts val="500"/>
              </a:spcBef>
              <a:buFontTx/>
              <a:buNone/>
              <a:defRPr sz="15000" b="1" kern="0" baseline="0">
                <a:solidFill>
                  <a:schemeClr val="bg1"/>
                </a:solidFill>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a:t>00</a:t>
            </a:r>
          </a:p>
        </p:txBody>
      </p:sp>
      <p:pic>
        <p:nvPicPr>
          <p:cNvPr id="5" name="SuperGraphic">
            <a:extLst>
              <a:ext uri="{FF2B5EF4-FFF2-40B4-BE49-F238E27FC236}">
                <a16:creationId xmlns:a16="http://schemas.microsoft.com/office/drawing/2014/main" id="{B93399BE-B0B2-44B3-8FAE-18A968B3CDA4}"/>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833081435"/>
      </p:ext>
    </p:extLst>
  </p:cSld>
  <p:clrMapOvr>
    <a:masterClrMapping/>
  </p:clrMapOvr>
  <p:hf sldNum="0" hdr="0" ftr="0" dt="0"/>
  <p:extLst>
    <p:ext uri="{DCECCB84-F9BA-43D5-87BE-67443E8EF086}">
      <p15:sldGuideLst xmlns:p15="http://schemas.microsoft.com/office/powerpoint/2012/main">
        <p15:guide id="1" pos="2064" userDrawn="1">
          <p15:clr>
            <a:srgbClr val="FBAE40"/>
          </p15:clr>
        </p15:guide>
        <p15:guide id="2" pos="6524" userDrawn="1">
          <p15:clr>
            <a:srgbClr val="FBAE40"/>
          </p15:clr>
        </p15:guide>
        <p15:guide id="3" orient="horz" pos="754" userDrawn="1">
          <p15:clr>
            <a:srgbClr val="FBAE40"/>
          </p15:clr>
        </p15:guide>
        <p15:guide id="4" orient="horz" pos="2738" userDrawn="1">
          <p15:clr>
            <a:srgbClr val="FBAE40"/>
          </p15:clr>
        </p15:guide>
        <p15:guide id="5" pos="29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ull picture without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926F8EF2-FFD9-4D48-A076-77C0B811BAB0}"/>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Tree>
    <p:extLst>
      <p:ext uri="{BB962C8B-B14F-4D97-AF65-F5344CB8AC3E}">
        <p14:creationId xmlns:p14="http://schemas.microsoft.com/office/powerpoint/2010/main" val="765800943"/>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ull picture with text ">
    <p:spTree>
      <p:nvGrpSpPr>
        <p:cNvPr id="1" name=""/>
        <p:cNvGrpSpPr/>
        <p:nvPr/>
      </p:nvGrpSpPr>
      <p:grpSpPr>
        <a:xfrm>
          <a:off x="0" y="0"/>
          <a:ext cx="0" cy="0"/>
          <a:chOff x="0" y="0"/>
          <a:chExt cx="0" cy="0"/>
        </a:xfrm>
      </p:grpSpPr>
      <p:pic>
        <p:nvPicPr>
          <p:cNvPr id="6" name="Logo">
            <a:extLst>
              <a:ext uri="{FF2B5EF4-FFF2-40B4-BE49-F238E27FC236}">
                <a16:creationId xmlns:a16="http://schemas.microsoft.com/office/drawing/2014/main" id="{B77066FA-8AE8-47E2-8A79-1355389EE471}"/>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9" name="Picture Placeholder 4">
            <a:extLst>
              <a:ext uri="{FF2B5EF4-FFF2-40B4-BE49-F238E27FC236}">
                <a16:creationId xmlns:a16="http://schemas.microsoft.com/office/drawing/2014/main" id="{E3AE72B7-66D7-4755-9A92-9BAA3A80886F}"/>
              </a:ext>
            </a:extLst>
          </p:cNvPr>
          <p:cNvSpPr>
            <a:spLocks noGrp="1"/>
          </p:cNvSpPr>
          <p:nvPr>
            <p:ph type="pic" sz="quarter" idx="1" hasCustomPrompt="1"/>
          </p:nvPr>
        </p:nvSpPr>
        <p:spPr>
          <a:xfrm>
            <a:off x="0" y="0"/>
            <a:ext cx="10969625" cy="55368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3" name="Text Placeholder 2">
            <a:extLst>
              <a:ext uri="{FF2B5EF4-FFF2-40B4-BE49-F238E27FC236}">
                <a16:creationId xmlns:a16="http://schemas.microsoft.com/office/drawing/2014/main" id="{D346B548-69AA-497B-BD64-E14E4F9EA5F6}"/>
              </a:ext>
            </a:extLst>
          </p:cNvPr>
          <p:cNvSpPr>
            <a:spLocks noGrp="1"/>
          </p:cNvSpPr>
          <p:nvPr>
            <p:ph type="body" sz="quarter" idx="2" hasCustomPrompt="1"/>
          </p:nvPr>
        </p:nvSpPr>
        <p:spPr>
          <a:xfrm>
            <a:off x="406800" y="1036800"/>
            <a:ext cx="3780000" cy="2484000"/>
          </a:xfrm>
          <a:solidFill>
            <a:schemeClr val="bg1"/>
          </a:solidFill>
        </p:spPr>
        <p:txBody>
          <a:bodyPr lIns="252000" tIns="216000" rIns="252000" bIns="21600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764896579"/>
      </p:ext>
    </p:extLst>
  </p:cSld>
  <p:clrMapOvr>
    <a:masterClrMapping/>
  </p:clrMapOvr>
  <p:hf sldNum="0" hdr="0" ftr="0" dt="0"/>
  <p:extLst>
    <p:ext uri="{DCECCB84-F9BA-43D5-87BE-67443E8EF086}">
      <p15:sldGuideLst xmlns:p15="http://schemas.microsoft.com/office/powerpoint/2012/main">
        <p15:guide id="4" orient="horz" pos="3489"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plit horizontal ">
    <p:spTree>
      <p:nvGrpSpPr>
        <p:cNvPr id="1" name=""/>
        <p:cNvGrpSpPr/>
        <p:nvPr/>
      </p:nvGrpSpPr>
      <p:grpSpPr>
        <a:xfrm>
          <a:off x="0" y="0"/>
          <a:ext cx="0" cy="0"/>
          <a:chOff x="0" y="0"/>
          <a:chExt cx="0" cy="0"/>
        </a:xfrm>
      </p:grpSpPr>
      <p:pic>
        <p:nvPicPr>
          <p:cNvPr id="8" name="Logo">
            <a:extLst>
              <a:ext uri="{FF2B5EF4-FFF2-40B4-BE49-F238E27FC236}">
                <a16:creationId xmlns:a16="http://schemas.microsoft.com/office/drawing/2014/main" id="{1630DC1C-C3C8-477E-AC19-4DC706EB4992}"/>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10969625" cy="3085200"/>
          </a:xfrm>
          <a:blipFill dpi="0" rotWithShape="1">
            <a:blip r:embed="rId4">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990CB4FC-C276-4DB5-A6E3-49DD9BC66B63}"/>
              </a:ext>
            </a:extLst>
          </p:cNvPr>
          <p:cNvSpPr>
            <a:spLocks noGrp="1"/>
          </p:cNvSpPr>
          <p:nvPr>
            <p:ph type="body" sz="quarter" idx="2" hasCustomPrompt="1"/>
          </p:nvPr>
        </p:nvSpPr>
        <p:spPr>
          <a:xfrm>
            <a:off x="205199" y="3495705"/>
            <a:ext cx="10558800" cy="2041094"/>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spTree>
    <p:extLst>
      <p:ext uri="{BB962C8B-B14F-4D97-AF65-F5344CB8AC3E}">
        <p14:creationId xmlns:p14="http://schemas.microsoft.com/office/powerpoint/2010/main" val="832061445"/>
      </p:ext>
    </p:extLst>
  </p:cSld>
  <p:clrMapOvr>
    <a:masterClrMapping/>
  </p:clrMapOvr>
  <p:hf sldNum="0" hdr="0" ftr="0" dt="0"/>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949" userDrawn="1">
          <p15:clr>
            <a:srgbClr val="FBAE40"/>
          </p15:clr>
        </p15:guide>
        <p15:guide id="4" orient="horz" pos="3489" userDrawn="1">
          <p15:clr>
            <a:srgbClr val="FBAE40"/>
          </p15:clr>
        </p15:guide>
        <p15:guide id="5" orient="horz" pos="220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plit vertical ">
    <p:spTree>
      <p:nvGrpSpPr>
        <p:cNvPr id="1" name=""/>
        <p:cNvGrpSpPr/>
        <p:nvPr/>
      </p:nvGrpSpPr>
      <p:grpSpPr>
        <a:xfrm>
          <a:off x="0" y="0"/>
          <a:ext cx="0" cy="0"/>
          <a:chOff x="0" y="0"/>
          <a:chExt cx="0" cy="0"/>
        </a:xfrm>
      </p:grpSpPr>
      <p:pic>
        <p:nvPicPr>
          <p:cNvPr id="7" name="Logo">
            <a:extLst>
              <a:ext uri="{FF2B5EF4-FFF2-40B4-BE49-F238E27FC236}">
                <a16:creationId xmlns:a16="http://schemas.microsoft.com/office/drawing/2014/main" id="{FD4E5E48-387B-4CE0-80BE-1097F697DAD5}"/>
              </a:ext>
            </a:extLst>
          </p:cNvPr>
          <p:cNvPicPr>
            <a:picLocks noSelect="1"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0"/>
            <a:ext cx="5486400" cy="6170400"/>
          </a:xfrm>
          <a:blipFill dpi="0" rotWithShape="1">
            <a:blip r:embed="rId3">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sp>
        <p:nvSpPr>
          <p:cNvPr id="4" name="Text Placeholder 2">
            <a:extLst>
              <a:ext uri="{FF2B5EF4-FFF2-40B4-BE49-F238E27FC236}">
                <a16:creationId xmlns:a16="http://schemas.microsoft.com/office/drawing/2014/main" id="{D6647D1E-89E9-4244-B52F-555902731C7A}"/>
              </a:ext>
            </a:extLst>
          </p:cNvPr>
          <p:cNvSpPr>
            <a:spLocks noGrp="1"/>
          </p:cNvSpPr>
          <p:nvPr>
            <p:ph type="body" sz="quarter" idx="2" hasCustomPrompt="1"/>
          </p:nvPr>
        </p:nvSpPr>
        <p:spPr>
          <a:xfrm>
            <a:off x="5895302" y="410492"/>
            <a:ext cx="4596486" cy="5126308"/>
          </a:xfrm>
        </p:spPr>
        <p:txBody>
          <a:bodyPr lIns="0" tIns="0" rIns="0" bIns="0">
            <a:normAutofit/>
          </a:bodyPr>
          <a:lstStyle>
            <a:lvl1pPr marL="0" indent="0">
              <a:buFontTx/>
              <a:buNone/>
              <a:defRPr/>
            </a:lvl1pPr>
            <a:lvl2pPr marL="198000" indent="0">
              <a:buFontTx/>
              <a:buNone/>
              <a:defRPr/>
            </a:lvl2pPr>
            <a:lvl3pPr marL="414000" indent="0">
              <a:buFontTx/>
              <a:buNone/>
              <a:defRPr/>
            </a:lvl3pPr>
            <a:lvl4pPr marL="612000" indent="0">
              <a:buFontTx/>
              <a:buNone/>
              <a:defRPr/>
            </a:lvl4pPr>
            <a:lvl5pPr marL="612000" indent="0">
              <a:buFontTx/>
              <a:buNone/>
              <a:defRPr/>
            </a:lvl5pPr>
          </a:lstStyle>
          <a:p>
            <a:pPr lvl="0"/>
            <a:r>
              <a:rPr lang="en-US" noProof="1"/>
              <a:t>Add Text</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4">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Tree>
    <p:extLst>
      <p:ext uri="{BB962C8B-B14F-4D97-AF65-F5344CB8AC3E}">
        <p14:creationId xmlns:p14="http://schemas.microsoft.com/office/powerpoint/2010/main" val="1976700591"/>
      </p:ext>
    </p:extLst>
  </p:cSld>
  <p:clrMapOvr>
    <a:masterClrMapping/>
  </p:clrMapOvr>
  <p:hf sldNum="0" hdr="0" ftr="0" dt="0"/>
  <p:extLst>
    <p:ext uri="{DCECCB84-F9BA-43D5-87BE-67443E8EF086}">
      <p15:sldGuideLst xmlns:p15="http://schemas.microsoft.com/office/powerpoint/2012/main">
        <p15:guide id="1" pos="3456" userDrawn="1">
          <p15:clr>
            <a:srgbClr val="FBAE40"/>
          </p15:clr>
        </p15:guide>
        <p15:guide id="2" pos="6609" userDrawn="1">
          <p15:clr>
            <a:srgbClr val="FBAE40"/>
          </p15:clr>
        </p15:guide>
        <p15:guide id="3" orient="horz" pos="257" userDrawn="1">
          <p15:clr>
            <a:srgbClr val="FBAE40"/>
          </p15:clr>
        </p15:guide>
        <p15:guide id="4" orient="horz" pos="3489" userDrawn="1">
          <p15:clr>
            <a:srgbClr val="FBAE40"/>
          </p15:clr>
        </p15:guide>
        <p15:guide id="5" pos="371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White logo horizont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0" y="-1"/>
            <a:ext cx="10969625" cy="6102967"/>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7" name="SuperGraphic">
            <a:extLst>
              <a:ext uri="{FF2B5EF4-FFF2-40B4-BE49-F238E27FC236}">
                <a16:creationId xmlns:a16="http://schemas.microsoft.com/office/drawing/2014/main" id="{B94F8A84-08DD-4D80-9910-12CC38592318}"/>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
        <p:nvSpPr>
          <p:cNvPr id="6" name="Logo">
            <a:extLst>
              <a:ext uri="{FF2B5EF4-FFF2-40B4-BE49-F238E27FC236}">
                <a16:creationId xmlns:a16="http://schemas.microsoft.com/office/drawing/2014/main" id="{0C8D7868-566A-E406-AA76-0F7E438D3810}"/>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451357742"/>
      </p:ext>
    </p:extLst>
  </p:cSld>
  <p:clrMapOvr>
    <a:masterClrMapping/>
  </p:clrMapOvr>
  <p:hf sldNum="0" hdr="0" ftr="0" dt="0"/>
  <p:extLst>
    <p:ext uri="{DCECCB84-F9BA-43D5-87BE-67443E8EF086}">
      <p15:sldGuideLst xmlns:p15="http://schemas.microsoft.com/office/powerpoint/2012/main">
        <p15:guide id="4" orient="horz" pos="3844"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White logo vertical ">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E4BBAF9A-7C35-481A-A051-34156DE6B27D}"/>
              </a:ext>
            </a:extLst>
          </p:cNvPr>
          <p:cNvSpPr>
            <a:spLocks noGrp="1"/>
          </p:cNvSpPr>
          <p:nvPr>
            <p:ph type="pic" sz="quarter" idx="1" hasCustomPrompt="1"/>
          </p:nvPr>
        </p:nvSpPr>
        <p:spPr>
          <a:xfrm>
            <a:off x="-1" y="0"/>
            <a:ext cx="10899775" cy="6170400"/>
          </a:xfrm>
          <a:blipFill dpi="0" rotWithShape="1">
            <a:blip r:embed="rId2">
              <a:alphaModFix amt="70000"/>
            </a:blip>
            <a:srcRect/>
            <a:stretch>
              <a:fillRect/>
            </a:stretch>
          </a:blipFill>
        </p:spPr>
        <p:txBody>
          <a:bodyPr anchor="ctr"/>
          <a:lstStyle>
            <a:lvl1pPr marL="0" indent="0" algn="ctr">
              <a:lnSpc>
                <a:spcPct val="600000"/>
              </a:lnSpc>
              <a:buFontTx/>
              <a:buNone/>
              <a:defRPr sz="900"/>
            </a:lvl1pPr>
          </a:lstStyle>
          <a:p>
            <a:r>
              <a:rPr lang="en-US" noProof="1"/>
              <a:t>Insert photo</a:t>
            </a:r>
          </a:p>
        </p:txBody>
      </p:sp>
      <p:pic>
        <p:nvPicPr>
          <p:cNvPr id="6" name="SuperGraphic">
            <a:extLst>
              <a:ext uri="{FF2B5EF4-FFF2-40B4-BE49-F238E27FC236}">
                <a16:creationId xmlns:a16="http://schemas.microsoft.com/office/drawing/2014/main" id="{2D38AACD-EB97-4B81-ACAA-2074E22BBC01}"/>
              </a:ext>
            </a:extLst>
          </p:cNvPr>
          <p:cNvPicPr>
            <a:picLocks noSelect="1"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799" y="0"/>
            <a:ext cx="68562" cy="6170613"/>
          </a:xfrm>
          <a:prstGeom prst="rect">
            <a:avLst/>
          </a:prstGeom>
        </p:spPr>
      </p:pic>
      <p:sp>
        <p:nvSpPr>
          <p:cNvPr id="2" name="Logo">
            <a:extLst>
              <a:ext uri="{FF2B5EF4-FFF2-40B4-BE49-F238E27FC236}">
                <a16:creationId xmlns:a16="http://schemas.microsoft.com/office/drawing/2014/main" id="{F002D116-88B8-2720-FAAC-860765E59F72}"/>
              </a:ext>
            </a:extLst>
          </p:cNvPr>
          <p:cNvSpPr>
            <a:spLocks noGrp="1"/>
          </p:cNvSpPr>
          <p:nvPr>
            <p:ph type="body" sz="quarter" idx="99" hasCustomPrompt="1"/>
          </p:nvPr>
        </p:nvSpPr>
        <p:spPr>
          <a:xfrm>
            <a:off x="9672212" y="5561282"/>
            <a:ext cx="1231531" cy="506144"/>
          </a:xfrm>
          <a:blipFill>
            <a:blip r:embed="rId4"/>
            <a:stretch>
              <a:fillRect/>
            </a:stretch>
          </a:blipFill>
        </p:spPr>
        <p:txBody>
          <a:bodyPr anchor="t" anchorCtr="0"/>
          <a:lstStyle>
            <a:lvl1pPr marL="0" indent="0" algn="l">
              <a:buFontTx/>
              <a:buNone/>
              <a:defRPr sz="100">
                <a:noFill/>
              </a:defRPr>
            </a:lvl1pPr>
            <a:lvl2pPr marL="457200" indent="0">
              <a:buFontTx/>
              <a:buNone/>
              <a:defRPr/>
            </a:lvl2pPr>
            <a:lvl3pPr marL="914400" indent="0">
              <a:buFontTx/>
              <a:buNone/>
              <a:defRPr/>
            </a:lvl3pPr>
            <a:lvl4pPr marL="1371600" indent="0">
              <a:buFontTx/>
              <a:buNone/>
              <a:defRPr/>
            </a:lvl4pPr>
            <a:lvl5pPr marL="1371600" indent="0">
              <a:buFontTx/>
              <a:buNone/>
              <a:defRPr/>
            </a:lvl5pPr>
          </a:lstStyle>
          <a:p>
            <a:pPr lvl="0"/>
            <a:r>
              <a:rPr lang="en-US"/>
              <a:t> </a:t>
            </a:r>
            <a:endParaRPr lang="de-DE"/>
          </a:p>
        </p:txBody>
      </p:sp>
    </p:spTree>
    <p:extLst>
      <p:ext uri="{BB962C8B-B14F-4D97-AF65-F5344CB8AC3E}">
        <p14:creationId xmlns:p14="http://schemas.microsoft.com/office/powerpoint/2010/main" val="1382321029"/>
      </p:ext>
    </p:extLst>
  </p:cSld>
  <p:clrMapOvr>
    <a:masterClrMapping/>
  </p:clrMapOvr>
  <p:hf sldNum="0" hdr="0" ftr="0" dt="0"/>
  <p:extLst>
    <p:ext uri="{DCECCB84-F9BA-43D5-87BE-67443E8EF086}">
      <p15:sldGuideLst xmlns:p15="http://schemas.microsoft.com/office/powerpoint/2012/main">
        <p15:guide id="2" pos="686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1 Content ">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E43D273-A15E-4B64-AFD2-1388D749B69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15" name="Chapter_titleonly">
            <a:extLst>
              <a:ext uri="{FF2B5EF4-FFF2-40B4-BE49-F238E27FC236}">
                <a16:creationId xmlns:a16="http://schemas.microsoft.com/office/drawing/2014/main" id="{5B281E01-A653-4813-BC65-8900B31D115A}"/>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Inhaltsplatzhalter 4">
            <a:extLst>
              <a:ext uri="{FF2B5EF4-FFF2-40B4-BE49-F238E27FC236}">
                <a16:creationId xmlns:a16="http://schemas.microsoft.com/office/drawing/2014/main" id="{4D46C5CB-CB38-4AD2-99D2-34C738DF30C0}"/>
              </a:ext>
            </a:extLst>
          </p:cNvPr>
          <p:cNvSpPr>
            <a:spLocks noGrp="1"/>
          </p:cNvSpPr>
          <p:nvPr>
            <p:ph sz="quarter" idx="1" hasCustomPrompt="1"/>
          </p:nvPr>
        </p:nvSpPr>
        <p:spPr>
          <a:xfrm>
            <a:off x="205200" y="1296000"/>
            <a:ext cx="105588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 name="Slide Number Placeholder 1">
            <a:extLst>
              <a:ext uri="{FF2B5EF4-FFF2-40B4-BE49-F238E27FC236}">
                <a16:creationId xmlns:a16="http://schemas.microsoft.com/office/drawing/2014/main" id="{183261F3-E57F-4170-BD7E-F44931BED289}"/>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89773828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2 Vertic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E29BFEC5-7639-4AE9-A818-5EB7EC3C9C54}"/>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5E99B80D-00FD-40C8-B929-FA71A2E035A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49140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2"/>
          <p:cNvSpPr>
            <a:spLocks noGrp="1"/>
          </p:cNvSpPr>
          <p:nvPr>
            <p:ph sz="half" idx="2" hasCustomPrompt="1"/>
          </p:nvPr>
        </p:nvSpPr>
        <p:spPr>
          <a:xfrm>
            <a:off x="5853600" y="1295999"/>
            <a:ext cx="4914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0193DB20-8E77-4A05-AA77-554F32E8990F}"/>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A6EE88F-E97F-46A3-8AB7-354C833CFF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78760123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3225" userDrawn="1">
          <p15:clr>
            <a:srgbClr val="FBAE40"/>
          </p15:clr>
        </p15:guide>
        <p15:guide id="9" pos="368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3 Vertical contents ">
    <p:spTree>
      <p:nvGrpSpPr>
        <p:cNvPr id="1" name=""/>
        <p:cNvGrpSpPr/>
        <p:nvPr/>
      </p:nvGrpSpPr>
      <p:grpSpPr>
        <a:xfrm>
          <a:off x="0" y="0"/>
          <a:ext cx="0" cy="0"/>
          <a:chOff x="0" y="0"/>
          <a:chExt cx="0" cy="0"/>
        </a:xfrm>
      </p:grpSpPr>
      <p:sp>
        <p:nvSpPr>
          <p:cNvPr id="18" name="Chapter_titleonly">
            <a:extLst>
              <a:ext uri="{FF2B5EF4-FFF2-40B4-BE49-F238E27FC236}">
                <a16:creationId xmlns:a16="http://schemas.microsoft.com/office/drawing/2014/main" id="{7CCAFAD8-87FF-4E8A-B13E-2709A28399C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4" name="Title 1">
            <a:extLst>
              <a:ext uri="{FF2B5EF4-FFF2-40B4-BE49-F238E27FC236}">
                <a16:creationId xmlns:a16="http://schemas.microsoft.com/office/drawing/2014/main" id="{4213B860-B040-4AA5-BCCF-91A137076F8B}"/>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3" name="Content Placeholder 1"/>
          <p:cNvSpPr>
            <a:spLocks noGrp="1"/>
          </p:cNvSpPr>
          <p:nvPr>
            <p:ph sz="half" idx="1" hasCustomPrompt="1"/>
          </p:nvPr>
        </p:nvSpPr>
        <p:spPr>
          <a:xfrm>
            <a:off x="2052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7" name="Content Placeholder 2">
            <a:extLst>
              <a:ext uri="{FF2B5EF4-FFF2-40B4-BE49-F238E27FC236}">
                <a16:creationId xmlns:a16="http://schemas.microsoft.com/office/drawing/2014/main" id="{3F3E027D-9EE5-4C12-9974-36EA025C350F}"/>
              </a:ext>
            </a:extLst>
          </p:cNvPr>
          <p:cNvSpPr>
            <a:spLocks noGrp="1"/>
          </p:cNvSpPr>
          <p:nvPr>
            <p:ph sz="half" idx="2" hasCustomPrompt="1"/>
          </p:nvPr>
        </p:nvSpPr>
        <p:spPr>
          <a:xfrm>
            <a:off x="3900600" y="1296000"/>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4" name="Content Placeholder 3"/>
          <p:cNvSpPr>
            <a:spLocks noGrp="1"/>
          </p:cNvSpPr>
          <p:nvPr>
            <p:ph sz="half" idx="3" hasCustomPrompt="1"/>
          </p:nvPr>
        </p:nvSpPr>
        <p:spPr>
          <a:xfrm>
            <a:off x="7596000" y="1295999"/>
            <a:ext cx="31680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3" name="AttachmentRemark">
            <a:extLst>
              <a:ext uri="{FF2B5EF4-FFF2-40B4-BE49-F238E27FC236}">
                <a16:creationId xmlns:a16="http://schemas.microsoft.com/office/drawing/2014/main" id="{79759149-285E-4F0E-938E-7199B34084BE}"/>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21F85651-AA1F-4EE5-A69C-0361B9A9795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005200844"/>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5" userDrawn="1">
          <p15:clr>
            <a:srgbClr val="FBAE40"/>
          </p15:clr>
        </p15:guide>
        <p15:guide id="10" pos="4453" userDrawn="1">
          <p15:clr>
            <a:srgbClr val="FBAE40"/>
          </p15:clr>
        </p15:guide>
        <p15:guide id="11" pos="478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4 Vertical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85E4898A-B45B-416F-8A7F-E57751056EEE}"/>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A33F6F31-B924-4EAD-BDA8-332AAD2C4179}"/>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877600" y="1295400"/>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3" hasCustomPrompt="1"/>
          </p:nvPr>
        </p:nvSpPr>
        <p:spPr>
          <a:xfrm>
            <a:off x="5550000" y="1295399"/>
            <a:ext cx="2541600" cy="42408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8222400" y="1295400"/>
            <a:ext cx="2541600" cy="4240800"/>
          </a:xfrm>
        </p:spPr>
        <p:txBody>
          <a:bodyPr/>
          <a:lstStyle>
            <a:lvl1pPr>
              <a:defRPr/>
            </a:lvl1pPr>
          </a:lstStyle>
          <a:p>
            <a:pPr lvl="0"/>
            <a:r>
              <a:rPr lang="en-US" noProof="1"/>
              <a:t>Add Text</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3A9A741C-7644-4810-ABAF-465822FC0D7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4E68EDC3-D46C-4E18-BC78-B9478A7BDC83}"/>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763114601"/>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1731" userDrawn="1">
          <p15:clr>
            <a:srgbClr val="FBAE40"/>
          </p15:clr>
        </p15:guide>
        <p15:guide id="9" pos="1810" userDrawn="1">
          <p15:clr>
            <a:srgbClr val="FBAE40"/>
          </p15:clr>
        </p15:guide>
        <p15:guide id="10" pos="3417" userDrawn="1">
          <p15:clr>
            <a:srgbClr val="FBAE40"/>
          </p15:clr>
        </p15:guide>
        <p15:guide id="11" pos="3495" userDrawn="1">
          <p15:clr>
            <a:srgbClr val="FBAE40"/>
          </p15:clr>
        </p15:guide>
        <p15:guide id="12" pos="5098" userDrawn="1">
          <p15:clr>
            <a:srgbClr val="FBAE40"/>
          </p15:clr>
        </p15:guide>
        <p15:guide id="13" pos="5177"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2 Horizontal contents ">
    <p:spTree>
      <p:nvGrpSpPr>
        <p:cNvPr id="1" name=""/>
        <p:cNvGrpSpPr/>
        <p:nvPr/>
      </p:nvGrpSpPr>
      <p:grpSpPr>
        <a:xfrm>
          <a:off x="0" y="0"/>
          <a:ext cx="0" cy="0"/>
          <a:chOff x="0" y="0"/>
          <a:chExt cx="0" cy="0"/>
        </a:xfrm>
      </p:grpSpPr>
      <p:sp>
        <p:nvSpPr>
          <p:cNvPr id="17" name="Chapter_titleonly">
            <a:extLst>
              <a:ext uri="{FF2B5EF4-FFF2-40B4-BE49-F238E27FC236}">
                <a16:creationId xmlns:a16="http://schemas.microsoft.com/office/drawing/2014/main" id="{9398DDFA-1939-498B-8921-7DDB40481FE9}"/>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3" name="Title 1">
            <a:extLst>
              <a:ext uri="{FF2B5EF4-FFF2-40B4-BE49-F238E27FC236}">
                <a16:creationId xmlns:a16="http://schemas.microsoft.com/office/drawing/2014/main" id="{AB79D08E-37B8-49BA-9E18-ED577CD9990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2" hasCustomPrompt="1"/>
          </p:nvPr>
        </p:nvSpPr>
        <p:spPr>
          <a:xfrm>
            <a:off x="205200" y="3481200"/>
            <a:ext cx="105588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2" name="AttachmentRemark">
            <a:extLst>
              <a:ext uri="{FF2B5EF4-FFF2-40B4-BE49-F238E27FC236}">
                <a16:creationId xmlns:a16="http://schemas.microsoft.com/office/drawing/2014/main" id="{2E7C0809-54C2-4B00-97B9-AEB55C54DF36}"/>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D337342F-2EB7-4EB1-963F-314A664F0F2C}"/>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956372322"/>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2 x 2 Contents ">
    <p:spTree>
      <p:nvGrpSpPr>
        <p:cNvPr id="1" name=""/>
        <p:cNvGrpSpPr/>
        <p:nvPr/>
      </p:nvGrpSpPr>
      <p:grpSpPr>
        <a:xfrm>
          <a:off x="0" y="0"/>
          <a:ext cx="0" cy="0"/>
          <a:chOff x="0" y="0"/>
          <a:chExt cx="0" cy="0"/>
        </a:xfrm>
      </p:grpSpPr>
      <p:sp>
        <p:nvSpPr>
          <p:cNvPr id="19" name="Chapter_titleonly">
            <a:extLst>
              <a:ext uri="{FF2B5EF4-FFF2-40B4-BE49-F238E27FC236}">
                <a16:creationId xmlns:a16="http://schemas.microsoft.com/office/drawing/2014/main" id="{90C8652B-1F43-4467-AC53-668A8D3D470B}"/>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5" name="Title 1">
            <a:extLst>
              <a:ext uri="{FF2B5EF4-FFF2-40B4-BE49-F238E27FC236}">
                <a16:creationId xmlns:a16="http://schemas.microsoft.com/office/drawing/2014/main" id="{EFDBB36D-E1FF-4336-B805-B8B7F4B25A83}"/>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5850000" y="1295999"/>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2" hasCustomPrompt="1"/>
          </p:nvPr>
        </p:nvSpPr>
        <p:spPr>
          <a:xfrm>
            <a:off x="2052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4" hasCustomPrompt="1"/>
          </p:nvPr>
        </p:nvSpPr>
        <p:spPr>
          <a:xfrm>
            <a:off x="5850000" y="3481200"/>
            <a:ext cx="4914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4" name="AttachmentRemark">
            <a:extLst>
              <a:ext uri="{FF2B5EF4-FFF2-40B4-BE49-F238E27FC236}">
                <a16:creationId xmlns:a16="http://schemas.microsoft.com/office/drawing/2014/main" id="{43F0E5D0-784C-433E-AAB0-40D43C1BCBA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685D5130-F453-4F60-9091-CC67A95125AD}"/>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51935903"/>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3225" userDrawn="1">
          <p15:clr>
            <a:srgbClr val="FBAE40"/>
          </p15:clr>
        </p15:guide>
        <p15:guide id="11" pos="368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3 x 2 Contents ">
    <p:spTree>
      <p:nvGrpSpPr>
        <p:cNvPr id="1" name=""/>
        <p:cNvGrpSpPr/>
        <p:nvPr/>
      </p:nvGrpSpPr>
      <p:grpSpPr>
        <a:xfrm>
          <a:off x="0" y="0"/>
          <a:ext cx="0" cy="0"/>
          <a:chOff x="0" y="0"/>
          <a:chExt cx="0" cy="0"/>
        </a:xfrm>
      </p:grpSpPr>
      <p:sp>
        <p:nvSpPr>
          <p:cNvPr id="21" name="Chapter_titleonly">
            <a:extLst>
              <a:ext uri="{FF2B5EF4-FFF2-40B4-BE49-F238E27FC236}">
                <a16:creationId xmlns:a16="http://schemas.microsoft.com/office/drawing/2014/main" id="{FEDBFC76-9F59-4A18-8E8B-EDDF9CC208BC}"/>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7" name="Title 1">
            <a:extLst>
              <a:ext uri="{FF2B5EF4-FFF2-40B4-BE49-F238E27FC236}">
                <a16:creationId xmlns:a16="http://schemas.microsoft.com/office/drawing/2014/main" id="{0226D581-60F4-440B-A410-F6582BC0DCF0}"/>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39006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3"/>
          <p:cNvSpPr>
            <a:spLocks noGrp="1"/>
          </p:cNvSpPr>
          <p:nvPr>
            <p:ph sz="half" idx="5" hasCustomPrompt="1"/>
          </p:nvPr>
        </p:nvSpPr>
        <p:spPr>
          <a:xfrm>
            <a:off x="7596000" y="1295999"/>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4"/>
          <p:cNvSpPr>
            <a:spLocks noGrp="1"/>
          </p:cNvSpPr>
          <p:nvPr>
            <p:ph sz="half" idx="2" hasCustomPrompt="1"/>
          </p:nvPr>
        </p:nvSpPr>
        <p:spPr>
          <a:xfrm>
            <a:off x="2052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5"/>
          <p:cNvSpPr>
            <a:spLocks noGrp="1"/>
          </p:cNvSpPr>
          <p:nvPr>
            <p:ph sz="half" idx="4" hasCustomPrompt="1"/>
          </p:nvPr>
        </p:nvSpPr>
        <p:spPr>
          <a:xfrm>
            <a:off x="39006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6"/>
          <p:cNvSpPr>
            <a:spLocks noGrp="1"/>
          </p:cNvSpPr>
          <p:nvPr>
            <p:ph sz="half" idx="6" hasCustomPrompt="1"/>
          </p:nvPr>
        </p:nvSpPr>
        <p:spPr>
          <a:xfrm>
            <a:off x="7596000" y="3481200"/>
            <a:ext cx="31680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6" name="AttachmentRemark">
            <a:extLst>
              <a:ext uri="{FF2B5EF4-FFF2-40B4-BE49-F238E27FC236}">
                <a16:creationId xmlns:a16="http://schemas.microsoft.com/office/drawing/2014/main" id="{C680F8C7-4715-4E6C-829A-E87F16C03BB3}"/>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8CC4D98D-B6D0-4EAC-B595-B1B3F34F74E1}"/>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482577220"/>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pos="2126" userDrawn="1">
          <p15:clr>
            <a:srgbClr val="FBAE40"/>
          </p15:clr>
        </p15:guide>
        <p15:guide id="9" pos="2457" userDrawn="1">
          <p15:clr>
            <a:srgbClr val="FBAE40"/>
          </p15:clr>
        </p15:guide>
        <p15:guide id="10" pos="4453" userDrawn="1">
          <p15:clr>
            <a:srgbClr val="FBAE40"/>
          </p15:clr>
        </p15:guide>
        <p15:guide id="11" pos="4782" userDrawn="1">
          <p15:clr>
            <a:srgbClr val="FBAE40"/>
          </p15:clr>
        </p15:guide>
        <p15:guide id="12" orient="horz" pos="2113" userDrawn="1">
          <p15:clr>
            <a:srgbClr val="FBAE40"/>
          </p15:clr>
        </p15:guide>
        <p15:guide id="13" orient="horz" pos="2192"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4 x 2 Contents ">
    <p:spTree>
      <p:nvGrpSpPr>
        <p:cNvPr id="1" name=""/>
        <p:cNvGrpSpPr/>
        <p:nvPr/>
      </p:nvGrpSpPr>
      <p:grpSpPr>
        <a:xfrm>
          <a:off x="0" y="0"/>
          <a:ext cx="0" cy="0"/>
          <a:chOff x="0" y="0"/>
          <a:chExt cx="0" cy="0"/>
        </a:xfrm>
      </p:grpSpPr>
      <p:sp>
        <p:nvSpPr>
          <p:cNvPr id="24" name="Chapter_titleonly">
            <a:extLst>
              <a:ext uri="{FF2B5EF4-FFF2-40B4-BE49-F238E27FC236}">
                <a16:creationId xmlns:a16="http://schemas.microsoft.com/office/drawing/2014/main" id="{20D581F7-7281-48B4-B67B-7228F84F398D}"/>
              </a:ext>
            </a:extLst>
          </p:cNvPr>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9" name="Title 1">
            <a:extLst>
              <a:ext uri="{FF2B5EF4-FFF2-40B4-BE49-F238E27FC236}">
                <a16:creationId xmlns:a16="http://schemas.microsoft.com/office/drawing/2014/main" id="{C7544615-D17B-4350-B517-7E469AC91ABA}"/>
              </a:ext>
            </a:extLst>
          </p:cNvPr>
          <p:cNvSpPr>
            <a:spLocks noGrp="1"/>
          </p:cNvSpPr>
          <p:nvPr>
            <p:ph type="title" hasCustomPrompt="1"/>
          </p:nvPr>
        </p:nvSpPr>
        <p:spPr>
          <a:xfrm>
            <a:off x="205200" y="648000"/>
            <a:ext cx="10558800" cy="388800"/>
          </a:xfrm>
        </p:spPr>
        <p:txBody>
          <a:bodyPr/>
          <a:lstStyle>
            <a:lvl1pPr>
              <a:defRPr kern="1200" baseline="0"/>
            </a:lvl1pPr>
          </a:lstStyle>
          <a:p>
            <a:r>
              <a:rPr lang="en-US" noProof="1"/>
              <a:t>Add Slide Title</a:t>
            </a:r>
          </a:p>
        </p:txBody>
      </p:sp>
      <p:sp>
        <p:nvSpPr>
          <p:cNvPr id="5" name="Content Placeholder 1"/>
          <p:cNvSpPr>
            <a:spLocks noGrp="1"/>
          </p:cNvSpPr>
          <p:nvPr>
            <p:ph sz="half" idx="1" hasCustomPrompt="1"/>
          </p:nvPr>
        </p:nvSpPr>
        <p:spPr>
          <a:xfrm>
            <a:off x="2052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6" name="Content Placeholder 2"/>
          <p:cNvSpPr>
            <a:spLocks noGrp="1"/>
          </p:cNvSpPr>
          <p:nvPr>
            <p:ph sz="half" idx="3" hasCustomPrompt="1"/>
          </p:nvPr>
        </p:nvSpPr>
        <p:spPr>
          <a:xfrm>
            <a:off x="28776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7" name="Content Placeholder 3">
            <a:extLst>
              <a:ext uri="{FF2B5EF4-FFF2-40B4-BE49-F238E27FC236}">
                <a16:creationId xmlns:a16="http://schemas.microsoft.com/office/drawing/2014/main" id="{58468F8D-277D-4F1A-84A1-62122010643F}"/>
              </a:ext>
            </a:extLst>
          </p:cNvPr>
          <p:cNvSpPr>
            <a:spLocks noGrp="1"/>
          </p:cNvSpPr>
          <p:nvPr>
            <p:ph sz="half" idx="5" hasCustomPrompt="1"/>
          </p:nvPr>
        </p:nvSpPr>
        <p:spPr>
          <a:xfrm>
            <a:off x="5550000" y="12960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8" name="Content Placeholder 4"/>
          <p:cNvSpPr>
            <a:spLocks noGrp="1"/>
          </p:cNvSpPr>
          <p:nvPr>
            <p:ph sz="half" idx="7" hasCustomPrompt="1"/>
          </p:nvPr>
        </p:nvSpPr>
        <p:spPr>
          <a:xfrm>
            <a:off x="8222400" y="1295999"/>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9" name="Content Placeholder 5"/>
          <p:cNvSpPr>
            <a:spLocks noGrp="1"/>
          </p:cNvSpPr>
          <p:nvPr>
            <p:ph sz="half" idx="2" hasCustomPrompt="1"/>
          </p:nvPr>
        </p:nvSpPr>
        <p:spPr>
          <a:xfrm>
            <a:off x="2052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0" name="Content Placeholder 6"/>
          <p:cNvSpPr>
            <a:spLocks noGrp="1"/>
          </p:cNvSpPr>
          <p:nvPr>
            <p:ph sz="half" idx="4" hasCustomPrompt="1"/>
          </p:nvPr>
        </p:nvSpPr>
        <p:spPr>
          <a:xfrm>
            <a:off x="28776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8" name="Content Placeholder 7">
            <a:extLst>
              <a:ext uri="{FF2B5EF4-FFF2-40B4-BE49-F238E27FC236}">
                <a16:creationId xmlns:a16="http://schemas.microsoft.com/office/drawing/2014/main" id="{B143799E-2832-49D7-9953-45BACACA7549}"/>
              </a:ext>
            </a:extLst>
          </p:cNvPr>
          <p:cNvSpPr>
            <a:spLocks noGrp="1"/>
          </p:cNvSpPr>
          <p:nvPr>
            <p:ph sz="half" idx="6" hasCustomPrompt="1"/>
          </p:nvPr>
        </p:nvSpPr>
        <p:spPr>
          <a:xfrm>
            <a:off x="55500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11" name="Content Placeholder 8"/>
          <p:cNvSpPr>
            <a:spLocks noGrp="1"/>
          </p:cNvSpPr>
          <p:nvPr>
            <p:ph sz="half" idx="8" hasCustomPrompt="1"/>
          </p:nvPr>
        </p:nvSpPr>
        <p:spPr>
          <a:xfrm>
            <a:off x="8222400" y="3481200"/>
            <a:ext cx="2541600" cy="2055600"/>
          </a:xfrm>
        </p:spPr>
        <p:txBody>
          <a:bodyPr/>
          <a:lstStyle>
            <a:lvl1pPr>
              <a:defRPr/>
            </a:lvl1pPr>
          </a:lstStyle>
          <a:p>
            <a:pPr lvl="0"/>
            <a:r>
              <a:rPr lang="en-US" noProof="1"/>
              <a:t>Add Text </a:t>
            </a:r>
          </a:p>
          <a:p>
            <a:pPr lvl="1"/>
            <a:r>
              <a:rPr lang="en-US" noProof="1"/>
              <a:t>Zweite Ebene</a:t>
            </a:r>
          </a:p>
          <a:p>
            <a:pPr lvl="2"/>
            <a:r>
              <a:rPr lang="en-US" noProof="1"/>
              <a:t>Dritte Ebene</a:t>
            </a:r>
          </a:p>
          <a:p>
            <a:pPr lvl="3"/>
            <a:r>
              <a:rPr lang="en-US" noProof="1"/>
              <a:t>Vierte Ebene</a:t>
            </a:r>
          </a:p>
          <a:p>
            <a:pPr lvl="4"/>
            <a:r>
              <a:rPr lang="en-US" noProof="1"/>
              <a:t>Fünfte Ebene</a:t>
            </a:r>
          </a:p>
        </p:txBody>
      </p:sp>
      <p:sp>
        <p:nvSpPr>
          <p:cNvPr id="21" name="AttachmentRemark">
            <a:extLst>
              <a:ext uri="{FF2B5EF4-FFF2-40B4-BE49-F238E27FC236}">
                <a16:creationId xmlns:a16="http://schemas.microsoft.com/office/drawing/2014/main" id="{60F530EA-2EFB-4DC6-BA26-465D18FD265B}"/>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C3FE2449-86F7-413D-AD74-17B8BDC576AB}"/>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337142147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guide id="8" orient="horz" pos="2113" userDrawn="1">
          <p15:clr>
            <a:srgbClr val="FBAE40"/>
          </p15:clr>
        </p15:guide>
        <p15:guide id="9" orient="horz" pos="2192" userDrawn="1">
          <p15:clr>
            <a:srgbClr val="FBAE40"/>
          </p15:clr>
        </p15:guide>
        <p15:guide id="10" pos="1731" userDrawn="1">
          <p15:clr>
            <a:srgbClr val="FBAE40"/>
          </p15:clr>
        </p15:guide>
        <p15:guide id="11" pos="1810" userDrawn="1">
          <p15:clr>
            <a:srgbClr val="FBAE40"/>
          </p15:clr>
        </p15:guide>
        <p15:guide id="12" pos="3416" userDrawn="1">
          <p15:clr>
            <a:srgbClr val="FBAE40"/>
          </p15:clr>
        </p15:guide>
        <p15:guide id="13" pos="3497" userDrawn="1">
          <p15:clr>
            <a:srgbClr val="FBAE40"/>
          </p15:clr>
        </p15:guide>
        <p15:guide id="14" pos="5098" userDrawn="1">
          <p15:clr>
            <a:srgbClr val="FBAE40"/>
          </p15:clr>
        </p15:guide>
        <p15:guide id="15" pos="517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adline only ">
    <p:spTree>
      <p:nvGrpSpPr>
        <p:cNvPr id="1" name=""/>
        <p:cNvGrpSpPr/>
        <p:nvPr/>
      </p:nvGrpSpPr>
      <p:grpSpPr>
        <a:xfrm>
          <a:off x="0" y="0"/>
          <a:ext cx="0" cy="0"/>
          <a:chOff x="0" y="0"/>
          <a:chExt cx="0" cy="0"/>
        </a:xfrm>
      </p:grpSpPr>
      <p:sp>
        <p:nvSpPr>
          <p:cNvPr id="4" name="Chapter_titleonly"/>
          <p:cNvSpPr>
            <a:spLocks noGrp="1"/>
          </p:cNvSpPr>
          <p:nvPr>
            <p:ph type="body" sz="quarter" idx="15" hasCustomPrompt="1"/>
          </p:nvPr>
        </p:nvSpPr>
        <p:spPr>
          <a:xfrm>
            <a:off x="205200" y="259200"/>
            <a:ext cx="10558800" cy="388800"/>
          </a:xfrm>
        </p:spPr>
        <p:txBody>
          <a:bodyPr/>
          <a:lstStyle>
            <a:lvl1pPr marL="0" indent="0">
              <a:lnSpc>
                <a:spcPct val="89000"/>
              </a:lnSpc>
              <a:spcBef>
                <a:spcPts val="0"/>
              </a:spcBef>
              <a:buNone/>
              <a:defRPr sz="2800" kern="0" baseline="0">
                <a:solidFill>
                  <a:schemeClr val="tx1"/>
                </a:solidFill>
              </a:defRPr>
            </a:lvl1pPr>
            <a:lvl2pPr marL="233983" indent="0">
              <a:buNone/>
              <a:defRPr sz="2800"/>
            </a:lvl2pPr>
            <a:lvl3pPr marL="525562" indent="0">
              <a:buNone/>
              <a:defRPr sz="2800"/>
            </a:lvl3pPr>
            <a:lvl4pPr marL="748745" indent="0">
              <a:buNone/>
              <a:defRPr sz="2800"/>
            </a:lvl4pPr>
            <a:lvl5pPr marL="748745" indent="0">
              <a:buNone/>
              <a:defRPr sz="2800"/>
            </a:lvl5pPr>
          </a:lstStyle>
          <a:p>
            <a:pPr lvl="0"/>
            <a:r>
              <a:rPr lang="en-US" noProof="1"/>
              <a:t>Add Chapter Title</a:t>
            </a:r>
          </a:p>
        </p:txBody>
      </p:sp>
      <p:sp>
        <p:nvSpPr>
          <p:cNvPr id="10" name="AttachmentRemark">
            <a:extLst>
              <a:ext uri="{FF2B5EF4-FFF2-40B4-BE49-F238E27FC236}">
                <a16:creationId xmlns:a16="http://schemas.microsoft.com/office/drawing/2014/main" id="{8883D326-CEAD-4903-8269-B2D194C3C224}"/>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5" name="Title 4">
            <a:extLst>
              <a:ext uri="{FF2B5EF4-FFF2-40B4-BE49-F238E27FC236}">
                <a16:creationId xmlns:a16="http://schemas.microsoft.com/office/drawing/2014/main" id="{5CC74776-286D-45CF-B42A-A491ED08BED4}"/>
              </a:ext>
            </a:extLst>
          </p:cNvPr>
          <p:cNvSpPr>
            <a:spLocks noGrp="1"/>
          </p:cNvSpPr>
          <p:nvPr>
            <p:ph type="title" hasCustomPrompt="1"/>
          </p:nvPr>
        </p:nvSpPr>
        <p:spPr/>
        <p:txBody>
          <a:bodyPr/>
          <a:lstStyle/>
          <a:p>
            <a:r>
              <a:rPr lang="en-US"/>
              <a:t>Add Slide Title</a:t>
            </a:r>
          </a:p>
        </p:txBody>
      </p:sp>
      <p:sp>
        <p:nvSpPr>
          <p:cNvPr id="2" name="Slide Number Placeholder 1">
            <a:extLst>
              <a:ext uri="{FF2B5EF4-FFF2-40B4-BE49-F238E27FC236}">
                <a16:creationId xmlns:a16="http://schemas.microsoft.com/office/drawing/2014/main" id="{9D4A29A7-9E35-4523-8421-38341F67C3EE}"/>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2822274495"/>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4" orient="horz" pos="408" userDrawn="1">
          <p15:clr>
            <a:srgbClr val="FBAE40"/>
          </p15:clr>
        </p15:guide>
        <p15:guide id="5" orient="horz" pos="654" userDrawn="1">
          <p15:clr>
            <a:srgbClr val="FBAE40"/>
          </p15:clr>
        </p15:guide>
        <p15:guide id="6" orient="horz" pos="816" userDrawn="1">
          <p15:clr>
            <a:srgbClr val="FBAE40"/>
          </p15:clr>
        </p15:guide>
        <p15:guide id="7" orient="horz" pos="3489"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slide ">
    <p:spTree>
      <p:nvGrpSpPr>
        <p:cNvPr id="1" name=""/>
        <p:cNvGrpSpPr/>
        <p:nvPr/>
      </p:nvGrpSpPr>
      <p:grpSpPr>
        <a:xfrm>
          <a:off x="0" y="0"/>
          <a:ext cx="0" cy="0"/>
          <a:chOff x="0" y="0"/>
          <a:chExt cx="0" cy="0"/>
        </a:xfrm>
      </p:grpSpPr>
      <p:sp>
        <p:nvSpPr>
          <p:cNvPr id="8" name="AttachmentRemark">
            <a:extLst>
              <a:ext uri="{FF2B5EF4-FFF2-40B4-BE49-F238E27FC236}">
                <a16:creationId xmlns:a16="http://schemas.microsoft.com/office/drawing/2014/main" id="{C868D9BE-A299-4D0B-87AF-B491FAE5FD28}"/>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 </a:t>
            </a:r>
          </a:p>
        </p:txBody>
      </p:sp>
      <p:sp>
        <p:nvSpPr>
          <p:cNvPr id="2" name="Slide Number Placeholder 1">
            <a:extLst>
              <a:ext uri="{FF2B5EF4-FFF2-40B4-BE49-F238E27FC236}">
                <a16:creationId xmlns:a16="http://schemas.microsoft.com/office/drawing/2014/main" id="{570A8589-A8D2-4132-B89B-2FADFC125660}"/>
              </a:ext>
            </a:extLst>
          </p:cNvPr>
          <p:cNvSpPr>
            <a:spLocks noGrp="1"/>
          </p:cNvSpPr>
          <p:nvPr>
            <p:ph type="sldNum" sz="quarter" idx="12"/>
          </p:nvPr>
        </p:nvSpPr>
        <p:spPr/>
        <p:txBody>
          <a:bodyPr/>
          <a:lstStyle/>
          <a:p>
            <a:fld id="{4898AEC0-503E-4FA4-859C-D0F72D6E3F79}" type="slidenum">
              <a:rPr lang="en-US" noProof="1" smtClean="0"/>
              <a:pPr/>
              <a:t>‹#›</a:t>
            </a:fld>
            <a:endParaRPr lang="en-US" noProof="1"/>
          </a:p>
        </p:txBody>
      </p:sp>
    </p:spTree>
    <p:extLst>
      <p:ext uri="{BB962C8B-B14F-4D97-AF65-F5344CB8AC3E}">
        <p14:creationId xmlns:p14="http://schemas.microsoft.com/office/powerpoint/2010/main" val="1074551859"/>
      </p:ext>
    </p:extLst>
  </p:cSld>
  <p:clrMapOvr>
    <a:masterClrMapping/>
  </p:clrMapOvr>
  <p:extLst>
    <p:ext uri="{DCECCB84-F9BA-43D5-87BE-67443E8EF086}">
      <p15:sldGuideLst xmlns:p15="http://schemas.microsoft.com/office/powerpoint/2012/main">
        <p15:guide id="1" pos="128" userDrawn="1">
          <p15:clr>
            <a:srgbClr val="FBAE40"/>
          </p15:clr>
        </p15:guide>
        <p15:guide id="2" pos="6784" userDrawn="1">
          <p15:clr>
            <a:srgbClr val="FBAE40"/>
          </p15:clr>
        </p15:guide>
        <p15:guide id="3" orient="horz" pos="162" userDrawn="1">
          <p15:clr>
            <a:srgbClr val="FBAE40"/>
          </p15:clr>
        </p15:guide>
        <p15:guide id="7" orient="horz" pos="3489"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Logo">
            <a:extLst>
              <a:ext uri="{FF2B5EF4-FFF2-40B4-BE49-F238E27FC236}">
                <a16:creationId xmlns:a16="http://schemas.microsoft.com/office/drawing/2014/main" id="{F38A617B-35DF-43CE-B5F7-67FA9A7F2474}"/>
              </a:ext>
            </a:extLst>
          </p:cNvPr>
          <p:cNvPicPr>
            <a:picLocks noSelect="1" noChangeAspect="1"/>
          </p:cNvPicPr>
          <p:nvPr userDrawn="1"/>
        </p:nvPicPr>
        <p:blipFill>
          <a:blip r:embed="rId22" cstate="hqprint">
            <a:extLst>
              <a:ext uri="{28A0092B-C50C-407E-A947-70E740481C1C}">
                <a14:useLocalDpi xmlns:a14="http://schemas.microsoft.com/office/drawing/2010/main" val="0"/>
              </a:ext>
            </a:extLst>
          </a:blip>
          <a:stretch>
            <a:fillRect/>
          </a:stretch>
        </p:blipFill>
        <p:spPr>
          <a:xfrm>
            <a:off x="9779054" y="5676108"/>
            <a:ext cx="1015200" cy="276683"/>
          </a:xfrm>
          <a:prstGeom prst="rect">
            <a:avLst/>
          </a:prstGeom>
        </p:spPr>
      </p:pic>
      <p:sp>
        <p:nvSpPr>
          <p:cNvPr id="2" name="Title Placeholder 1"/>
          <p:cNvSpPr>
            <a:spLocks noGrp="1"/>
          </p:cNvSpPr>
          <p:nvPr>
            <p:ph type="title"/>
          </p:nvPr>
        </p:nvSpPr>
        <p:spPr>
          <a:xfrm>
            <a:off x="205200" y="648000"/>
            <a:ext cx="10558800" cy="388800"/>
          </a:xfrm>
          <a:prstGeom prst="rect">
            <a:avLst/>
          </a:prstGeom>
        </p:spPr>
        <p:txBody>
          <a:bodyPr vert="horz" lIns="0" tIns="0" rIns="0" bIns="0" rtlCol="0" anchor="t" anchorCtr="0">
            <a:noAutofit/>
          </a:bodyPr>
          <a:lstStyle/>
          <a:p>
            <a:r>
              <a:rPr lang="en-US" noProof="1"/>
              <a:t>Add Slide Title</a:t>
            </a:r>
          </a:p>
        </p:txBody>
      </p:sp>
      <p:sp>
        <p:nvSpPr>
          <p:cNvPr id="3" name="Text Placeholder 2"/>
          <p:cNvSpPr>
            <a:spLocks noGrp="1"/>
          </p:cNvSpPr>
          <p:nvPr>
            <p:ph type="body" idx="1"/>
          </p:nvPr>
        </p:nvSpPr>
        <p:spPr>
          <a:xfrm>
            <a:off x="205200" y="1296000"/>
            <a:ext cx="10558800" cy="4240800"/>
          </a:xfrm>
          <a:prstGeom prst="rect">
            <a:avLst/>
          </a:prstGeom>
        </p:spPr>
        <p:txBody>
          <a:bodyPr vert="horz" lIns="0" tIns="0" rIns="0" bIns="0" rtlCol="0">
            <a:noAutofit/>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p>
        </p:txBody>
      </p:sp>
      <p:sp>
        <p:nvSpPr>
          <p:cNvPr id="7" name="Slide Number Placeholder 6"/>
          <p:cNvSpPr>
            <a:spLocks noGrp="1"/>
          </p:cNvSpPr>
          <p:nvPr>
            <p:ph type="sldNum" sz="quarter" idx="12"/>
          </p:nvPr>
        </p:nvSpPr>
        <p:spPr>
          <a:xfrm>
            <a:off x="205200" y="5666400"/>
            <a:ext cx="288290" cy="410210"/>
          </a:xfrm>
          <a:prstGeom prst="rect">
            <a:avLst/>
          </a:prstGeom>
        </p:spPr>
        <p:txBody>
          <a:bodyPr vert="horz" lIns="0" tIns="0" rIns="0" bIns="0" rtlCol="0" anchor="t"/>
          <a:lstStyle>
            <a:lvl1pPr algn="l">
              <a:defRPr sz="1200">
                <a:solidFill>
                  <a:srgbClr val="999FA6"/>
                </a:solidFill>
                <a:latin typeface="+mn-lt"/>
              </a:defRPr>
            </a:lvl1pPr>
          </a:lstStyle>
          <a:p>
            <a:fld id="{4898AEC0-503E-4FA4-859C-D0F72D6E3F79}" type="slidenum">
              <a:rPr lang="en-US" noProof="1" dirty="0" smtClean="0"/>
              <a:pPr/>
              <a:t>‹#›</a:t>
            </a:fld>
            <a:endParaRPr lang="en-US" noProof="1"/>
          </a:p>
        </p:txBody>
      </p:sp>
      <p:sp>
        <p:nvSpPr>
          <p:cNvPr id="14" name="Bosch_footer_1">
            <a:extLst>
              <a:ext uri="{FF2B5EF4-FFF2-40B4-BE49-F238E27FC236}">
                <a16:creationId xmlns:a16="http://schemas.microsoft.com/office/drawing/2014/main" id="{179AD5EC-CEF2-4193-998B-D730BC74E01B}"/>
              </a:ext>
            </a:extLst>
          </p:cNvPr>
          <p:cNvSpPr txBox="1"/>
          <p:nvPr userDrawn="1"/>
        </p:nvSpPr>
        <p:spPr>
          <a:xfrm>
            <a:off x="547200" y="5688000"/>
            <a:ext cx="9126000" cy="10795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latin typeface="+mn-lt"/>
              </a:rPr>
              <a:t>Internal</a:t>
            </a:r>
            <a:r>
              <a:rPr lang="en-US" sz="600" kern="0" baseline="0" noProof="1">
                <a:solidFill>
                  <a:schemeClr val="tx1"/>
                </a:solidFill>
                <a:latin typeface="+mn-lt"/>
              </a:rPr>
              <a:t> | SX/EDC1 | 2024-05-02</a:t>
            </a:r>
          </a:p>
          <a:p>
            <a:pPr marR="0" defTabSz="914400" eaLnBrk="1" fontAlgn="auto" latinLnBrk="0" hangingPunct="1">
              <a:lnSpc>
                <a:spcPct val="107000"/>
              </a:lnSpc>
              <a:spcBef>
                <a:spcPts val="0"/>
              </a:spcBef>
              <a:spcAft>
                <a:spcPts val="100"/>
              </a:spcAft>
              <a:buClrTx/>
              <a:buSzTx/>
              <a:buFontTx/>
              <a:buNone/>
              <a:tabLst/>
            </a:pPr>
            <a:endParaRPr kumimoji="0" lang="en-US" sz="600" b="0" i="0" u="none" strike="noStrike" kern="0" cap="none" spc="0" normalizeH="0" baseline="0" noProof="1">
              <a:ln>
                <a:noFill/>
              </a:ln>
              <a:solidFill>
                <a:srgbClr val="000000"/>
              </a:solidFill>
              <a:effectLst/>
              <a:uLnTx/>
              <a:uFillTx/>
              <a:latin typeface="+mn-lt"/>
            </a:endParaRPr>
          </a:p>
        </p:txBody>
      </p:sp>
      <p:sp>
        <p:nvSpPr>
          <p:cNvPr id="8" name="Bosch_footer_2">
            <a:extLst>
              <a:ext uri="{FF2B5EF4-FFF2-40B4-BE49-F238E27FC236}">
                <a16:creationId xmlns:a16="http://schemas.microsoft.com/office/drawing/2014/main" id="{C3D77AD5-379C-4A86-AFCF-32945A0FEE26}"/>
              </a:ext>
            </a:extLst>
          </p:cNvPr>
          <p:cNvSpPr txBox="1"/>
          <p:nvPr userDrawn="1"/>
        </p:nvSpPr>
        <p:spPr>
          <a:xfrm>
            <a:off x="547200" y="5793901"/>
            <a:ext cx="912600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rgbClr val="B2B3B5"/>
                </a:solidFill>
                <a:latin typeface="+mn-lt"/>
              </a:rPr>
              <a:t>© Robert Bosch GmbH 2024. All rights reserved, also regarding any disposal, exploitation, reproduction, editing, distribution, as well as in the event of applications for industrial property rights.</a:t>
            </a:r>
          </a:p>
        </p:txBody>
      </p:sp>
      <p:sp>
        <p:nvSpPr>
          <p:cNvPr id="15" name="Bosch_footer_1" hidden="1">
            <a:extLst>
              <a:ext uri="{FF2B5EF4-FFF2-40B4-BE49-F238E27FC236}">
                <a16:creationId xmlns:a16="http://schemas.microsoft.com/office/drawing/2014/main" id="{DB0BF576-A4BE-4521-98AB-F28795DF7BD0}"/>
              </a:ext>
            </a:extLst>
          </p:cNvPr>
          <p:cNvSpPr txBox="1"/>
          <p:nvPr userDrawn="1"/>
        </p:nvSpPr>
        <p:spPr>
          <a:xfrm>
            <a:off x="816069" y="5383543"/>
            <a:ext cx="9154800" cy="108000"/>
          </a:xfrm>
          <a:prstGeom prst="rect">
            <a:avLst/>
          </a:prstGeom>
          <a:noFill/>
        </p:spPr>
        <p:txBody>
          <a:bodyPr wrap="square" lIns="0" tIns="0" rIns="0" bIns="0" rtlCol="0">
            <a:noAutofit/>
          </a:bodyPr>
          <a:lstStyle/>
          <a:p>
            <a:pPr marL="0" marR="0" lvl="0" indent="0" algn="l" defTabSz="914400" rtl="0" eaLnBrk="1" fontAlgn="auto" latinLnBrk="0" hangingPunct="1">
              <a:lnSpc>
                <a:spcPct val="107000"/>
              </a:lnSpc>
              <a:spcBef>
                <a:spcPts val="0"/>
              </a:spcBef>
              <a:spcAft>
                <a:spcPts val="100"/>
              </a:spcAft>
              <a:buClrTx/>
              <a:buSzTx/>
              <a:buFontTx/>
              <a:buNone/>
              <a:tabLst/>
              <a:defRPr/>
            </a:pPr>
            <a:r>
              <a:rPr lang="en-US" sz="600" b="1" kern="0" baseline="0" noProof="1">
                <a:solidFill>
                  <a:srgbClr val="D70012"/>
                </a:solidFill>
              </a:rPr>
              <a:t>%confidentiality%</a:t>
            </a:r>
            <a:r>
              <a:rPr lang="en-US" sz="600" kern="0" baseline="0" noProof="1">
                <a:solidFill>
                  <a:schemeClr val="tx1"/>
                </a:solidFill>
              </a:rPr>
              <a:t>%businessunit%%departmentshort%%dateformat%</a:t>
            </a:r>
          </a:p>
        </p:txBody>
      </p:sp>
      <p:sp>
        <p:nvSpPr>
          <p:cNvPr id="9" name="Bosch_footer_2" hidden="1">
            <a:extLst>
              <a:ext uri="{FF2B5EF4-FFF2-40B4-BE49-F238E27FC236}">
                <a16:creationId xmlns:a16="http://schemas.microsoft.com/office/drawing/2014/main" id="{E897C98A-4665-443F-B1CF-E9B71E9916EC}"/>
              </a:ext>
            </a:extLst>
          </p:cNvPr>
          <p:cNvSpPr txBox="1"/>
          <p:nvPr userDrawn="1"/>
        </p:nvSpPr>
        <p:spPr>
          <a:xfrm>
            <a:off x="593090" y="5748656"/>
            <a:ext cx="9152890" cy="215900"/>
          </a:xfrm>
          <a:prstGeom prst="rect">
            <a:avLst/>
          </a:prstGeom>
          <a:noFill/>
        </p:spPr>
        <p:txBody>
          <a:bodyPr wrap="square" lIns="0" tIns="0" rIns="0" bIns="0" rtlCol="0">
            <a:noAutofit/>
          </a:bodyPr>
          <a:lstStyle/>
          <a:p>
            <a:pPr>
              <a:lnSpc>
                <a:spcPct val="120000"/>
              </a:lnSpc>
              <a:spcAft>
                <a:spcPts val="100"/>
              </a:spcAft>
            </a:pPr>
            <a:r>
              <a:rPr lang="en-US" sz="600" kern="0" baseline="0" noProof="1">
                <a:solidFill>
                  <a:schemeClr val="tx1"/>
                </a:solidFill>
              </a:rPr>
              <a:t>%repositoryremark%</a:t>
            </a:r>
            <a:r>
              <a:rPr lang="en-US" sz="600" kern="0" baseline="0" noProof="1">
                <a:solidFill>
                  <a:srgbClr val="B2B3B5"/>
                </a:solidFill>
              </a:rPr>
              <a:t>%copyright%</a:t>
            </a:r>
          </a:p>
        </p:txBody>
      </p:sp>
      <p:sp>
        <p:nvSpPr>
          <p:cNvPr id="13" name="AttachmentRemark" hidden="1">
            <a:extLst>
              <a:ext uri="{FF2B5EF4-FFF2-40B4-BE49-F238E27FC236}">
                <a16:creationId xmlns:a16="http://schemas.microsoft.com/office/drawing/2014/main" id="{F41551A9-D6BA-431A-8DBF-55BA472D9657}"/>
              </a:ext>
            </a:extLst>
          </p:cNvPr>
          <p:cNvSpPr>
            <a:spLocks/>
          </p:cNvSpPr>
          <p:nvPr userDrawn="1"/>
        </p:nvSpPr>
        <p:spPr>
          <a:xfrm>
            <a:off x="9224010" y="259080"/>
            <a:ext cx="1691640" cy="777240"/>
          </a:xfrm>
          <a:prstGeom prst="rect">
            <a:avLst/>
          </a:prstGeom>
          <a:noFill/>
          <a:ln w="0" cap="flat" cmpd="sng" algn="ctr">
            <a:noFill/>
            <a:prstDash val="solid"/>
          </a:ln>
          <a:effectLst/>
        </p:spPr>
        <p:txBody>
          <a:bodyPr wrap="square" lIns="0" tIns="17779" rIns="0" bIns="0" rtlCol="0" anchor="t">
            <a:normAutofit/>
          </a:bodyPr>
          <a:lstStyle/>
          <a:p>
            <a:pPr rtl="0">
              <a:lnSpc>
                <a:spcPts val="900"/>
              </a:lnSpc>
            </a:pPr>
            <a:r>
              <a:rPr lang="en-US" sz="550" b="0" i="0" u="none" strike="noStrike" kern="0" baseline="0" noProof="1">
                <a:solidFill>
                  <a:srgbClr val="000000"/>
                </a:solidFill>
                <a:latin typeface="+mn-lt"/>
              </a:rPr>
              <a:t>%attachmentremark% </a:t>
            </a:r>
          </a:p>
        </p:txBody>
      </p:sp>
      <p:pic>
        <p:nvPicPr>
          <p:cNvPr id="12" name="SuperGraphic">
            <a:extLst>
              <a:ext uri="{FF2B5EF4-FFF2-40B4-BE49-F238E27FC236}">
                <a16:creationId xmlns:a16="http://schemas.microsoft.com/office/drawing/2014/main" id="{1E0562BC-DD12-4C96-A115-D2D70EC1366D}"/>
              </a:ext>
            </a:extLst>
          </p:cNvPr>
          <p:cNvPicPr>
            <a:picLocks noSelect="1" noChangeAspect="1"/>
          </p:cNvPicPr>
          <p:nvPr userDrawn="1"/>
        </p:nvPicPr>
        <p:blipFill>
          <a:blip r:embed="rId23">
            <a:extLst>
              <a:ext uri="{28A0092B-C50C-407E-A947-70E740481C1C}">
                <a14:useLocalDpi xmlns:a14="http://schemas.microsoft.com/office/drawing/2010/main" val="0"/>
              </a:ext>
            </a:extLst>
          </a:blip>
          <a:stretch>
            <a:fillRect/>
          </a:stretch>
        </p:blipFill>
        <p:spPr>
          <a:xfrm>
            <a:off x="0" y="6102000"/>
            <a:ext cx="10969200" cy="68556"/>
          </a:xfrm>
          <a:prstGeom prst="rect">
            <a:avLst/>
          </a:prstGeom>
        </p:spPr>
      </p:pic>
    </p:spTree>
    <p:extLst>
      <p:ext uri="{BB962C8B-B14F-4D97-AF65-F5344CB8AC3E}">
        <p14:creationId xmlns:p14="http://schemas.microsoft.com/office/powerpoint/2010/main" val="851553184"/>
      </p:ext>
    </p:extLst>
  </p:cSld>
  <p:clrMap bg1="lt1" tx1="dk1" bg2="lt2" tx2="dk2" accent1="accent1" accent2="accent2" accent3="accent3" accent4="accent4" accent5="accent5" accent6="accent6" hlink="hlink" folHlink="folHlink"/>
  <p:sldLayoutIdLst>
    <p:sldLayoutId id="2147483748" r:id="rId1"/>
    <p:sldLayoutId id="2147483710" r:id="rId2"/>
    <p:sldLayoutId id="2147483713" r:id="rId3"/>
    <p:sldLayoutId id="2147483749" r:id="rId4"/>
    <p:sldLayoutId id="2147483750" r:id="rId5"/>
    <p:sldLayoutId id="2147483751" r:id="rId6"/>
    <p:sldLayoutId id="2147483752" r:id="rId7"/>
    <p:sldLayoutId id="2147483753" r:id="rId8"/>
    <p:sldLayoutId id="2147483754" r:id="rId9"/>
    <p:sldLayoutId id="2147483755" r:id="rId10"/>
    <p:sldLayoutId id="2147483746" r:id="rId11"/>
    <p:sldLayoutId id="2147483744" r:id="rId12"/>
    <p:sldLayoutId id="2147483724" r:id="rId13"/>
    <p:sldLayoutId id="2147483726" r:id="rId14"/>
    <p:sldLayoutId id="2147483727" r:id="rId15"/>
    <p:sldLayoutId id="2147483728" r:id="rId16"/>
    <p:sldLayoutId id="2147483729" r:id="rId17"/>
    <p:sldLayoutId id="2147483745" r:id="rId18"/>
    <p:sldLayoutId id="2147483723" r:id="rId19"/>
    <p:sldLayoutId id="2147483734" r:id="rId20"/>
  </p:sldLayoutIdLst>
  <p:hf hdr="0" ftr="0" dt="0"/>
  <p:txStyles>
    <p:titleStyle>
      <a:lvl1pPr algn="l" defTabSz="914333" rtl="0" eaLnBrk="1" latinLnBrk="0" hangingPunct="1">
        <a:lnSpc>
          <a:spcPct val="89000"/>
        </a:lnSpc>
        <a:spcBef>
          <a:spcPct val="0"/>
        </a:spcBef>
        <a:buNone/>
        <a:defRPr sz="2800" kern="1200">
          <a:solidFill>
            <a:schemeClr val="accent1"/>
          </a:solidFill>
          <a:latin typeface="+mj-lt"/>
          <a:ea typeface="+mj-ea"/>
          <a:cs typeface="+mj-cs"/>
        </a:defRPr>
      </a:lvl1pPr>
    </p:titleStyle>
    <p:bodyStyle>
      <a:lvl1pPr marL="230400" indent="-230400" algn="l" defTabSz="914333" rtl="0" eaLnBrk="1" latinLnBrk="0" hangingPunct="1">
        <a:lnSpc>
          <a:spcPct val="107000"/>
        </a:lnSpc>
        <a:spcBef>
          <a:spcPts val="500"/>
        </a:spcBef>
        <a:buFont typeface="Wingdings" panose="05000000000000000000" pitchFamily="2" charset="2"/>
        <a:buChar char="§"/>
        <a:defRPr sz="1800" kern="1200">
          <a:solidFill>
            <a:schemeClr val="tx1"/>
          </a:solidFill>
          <a:latin typeface="+mn-lt"/>
          <a:ea typeface="+mn-ea"/>
          <a:cs typeface="+mn-cs"/>
        </a:defRPr>
      </a:lvl1pPr>
      <a:lvl2pPr marL="687600" indent="-230400" algn="l" defTabSz="914333" rtl="0" eaLnBrk="1" latinLnBrk="0" hangingPunct="1">
        <a:lnSpc>
          <a:spcPct val="103000"/>
        </a:lnSpc>
        <a:spcBef>
          <a:spcPts val="500"/>
        </a:spcBef>
        <a:buFont typeface="Symbol" panose="05050102010706020507" pitchFamily="18" charset="2"/>
        <a:buChar char="-"/>
        <a:defRPr sz="1600" kern="1200">
          <a:solidFill>
            <a:schemeClr val="tx1"/>
          </a:solidFill>
          <a:latin typeface="+mn-lt"/>
          <a:ea typeface="+mn-ea"/>
          <a:cs typeface="+mn-cs"/>
        </a:defRPr>
      </a:lvl2pPr>
      <a:lvl3pPr marL="1144800" indent="-230400" algn="l" defTabSz="914333" rtl="0" eaLnBrk="1" latinLnBrk="0" hangingPunct="1">
        <a:lnSpc>
          <a:spcPct val="102000"/>
        </a:lnSpc>
        <a:spcBef>
          <a:spcPts val="500"/>
        </a:spcBef>
        <a:buFont typeface="Symbol" panose="05050102010706020507" pitchFamily="18" charset="2"/>
        <a:buChar char="-"/>
        <a:defRPr sz="1400" kern="1200">
          <a:solidFill>
            <a:schemeClr val="tx1"/>
          </a:solidFill>
          <a:latin typeface="+mn-lt"/>
          <a:ea typeface="+mn-ea"/>
          <a:cs typeface="+mn-cs"/>
        </a:defRPr>
      </a:lvl3pPr>
      <a:lvl4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4pPr>
      <a:lvl5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5pPr>
      <a:lvl6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6pPr>
      <a:lvl7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7pPr>
      <a:lvl8pPr marL="1602000" indent="-230400" algn="l" defTabSz="914333" rtl="0" eaLnBrk="1" latinLnBrk="0" hangingPunct="1">
        <a:lnSpc>
          <a:spcPct val="103000"/>
        </a:lnSpc>
        <a:spcBef>
          <a:spcPts val="500"/>
        </a:spcBef>
        <a:buFont typeface="Bosch Office Sans" pitchFamily="2" charset="0"/>
        <a:buChar char="‒"/>
        <a:defRPr sz="1300" kern="1200">
          <a:solidFill>
            <a:schemeClr val="tx1"/>
          </a:solidFill>
          <a:latin typeface="+mn-lt"/>
          <a:ea typeface="+mn-ea"/>
          <a:cs typeface="+mn-cs"/>
        </a:defRPr>
      </a:lvl8pPr>
      <a:lvl9pPr marL="1602000" indent="-230400" algn="l" defTabSz="914333" rtl="0" eaLnBrk="1" latinLnBrk="0" hangingPunct="1">
        <a:lnSpc>
          <a:spcPct val="103000"/>
        </a:lnSpc>
        <a:spcBef>
          <a:spcPts val="500"/>
        </a:spcBef>
        <a:buFont typeface="Bosch Office Sans" pitchFamily="2" charset="0"/>
        <a:buChar char="‒"/>
        <a:defRPr sz="1300" kern="1200" baseline="0">
          <a:solidFill>
            <a:schemeClr val="tx1"/>
          </a:solidFill>
          <a:latin typeface="+mn-lt"/>
          <a:ea typeface="+mn-ea"/>
          <a:cs typeface="+mn-cs"/>
        </a:defRPr>
      </a:lvl9pPr>
    </p:bodyStyle>
    <p:otherStyle>
      <a:defPPr>
        <a:defRPr lang="de-DE"/>
      </a:defPPr>
      <a:lvl1pPr marL="0" algn="l" defTabSz="914333" rtl="0" eaLnBrk="1" latinLnBrk="0" hangingPunct="1">
        <a:defRPr sz="1800" kern="1200">
          <a:solidFill>
            <a:schemeClr val="tx1"/>
          </a:solidFill>
          <a:latin typeface="+mn-lt"/>
          <a:ea typeface="+mn-ea"/>
          <a:cs typeface="+mn-cs"/>
        </a:defRPr>
      </a:lvl1pPr>
      <a:lvl2pPr marL="457166" algn="l" defTabSz="914333" rtl="0" eaLnBrk="1" latinLnBrk="0" hangingPunct="1">
        <a:defRPr sz="1800" kern="1200">
          <a:solidFill>
            <a:schemeClr val="tx1"/>
          </a:solidFill>
          <a:latin typeface="+mn-lt"/>
          <a:ea typeface="+mn-ea"/>
          <a:cs typeface="+mn-cs"/>
        </a:defRPr>
      </a:lvl2pPr>
      <a:lvl3pPr marL="914333" algn="l" defTabSz="914333" rtl="0" eaLnBrk="1" latinLnBrk="0" hangingPunct="1">
        <a:defRPr sz="1800" kern="1200">
          <a:solidFill>
            <a:schemeClr val="tx1"/>
          </a:solidFill>
          <a:latin typeface="+mn-lt"/>
          <a:ea typeface="+mn-ea"/>
          <a:cs typeface="+mn-cs"/>
        </a:defRPr>
      </a:lvl3pPr>
      <a:lvl4pPr marL="1371499" algn="l" defTabSz="914333" rtl="0" eaLnBrk="1" latinLnBrk="0" hangingPunct="1">
        <a:defRPr sz="1800" kern="1200">
          <a:solidFill>
            <a:schemeClr val="tx1"/>
          </a:solidFill>
          <a:latin typeface="+mn-lt"/>
          <a:ea typeface="+mn-ea"/>
          <a:cs typeface="+mn-cs"/>
        </a:defRPr>
      </a:lvl4pPr>
      <a:lvl5pPr marL="1828665" algn="l" defTabSz="914333" rtl="0" eaLnBrk="1" latinLnBrk="0" hangingPunct="1">
        <a:defRPr sz="1800" kern="1200">
          <a:solidFill>
            <a:schemeClr val="tx1"/>
          </a:solidFill>
          <a:latin typeface="+mn-lt"/>
          <a:ea typeface="+mn-ea"/>
          <a:cs typeface="+mn-cs"/>
        </a:defRPr>
      </a:lvl5pPr>
      <a:lvl6pPr marL="2285832" algn="l" defTabSz="914333" rtl="0" eaLnBrk="1" latinLnBrk="0" hangingPunct="1">
        <a:defRPr sz="1800" kern="1200">
          <a:solidFill>
            <a:schemeClr val="tx1"/>
          </a:solidFill>
          <a:latin typeface="+mn-lt"/>
          <a:ea typeface="+mn-ea"/>
          <a:cs typeface="+mn-cs"/>
        </a:defRPr>
      </a:lvl6pPr>
      <a:lvl7pPr marL="2742998" algn="l" defTabSz="914333" rtl="0" eaLnBrk="1" latinLnBrk="0" hangingPunct="1">
        <a:defRPr sz="1800" kern="1200">
          <a:solidFill>
            <a:schemeClr val="tx1"/>
          </a:solidFill>
          <a:latin typeface="+mn-lt"/>
          <a:ea typeface="+mn-ea"/>
          <a:cs typeface="+mn-cs"/>
        </a:defRPr>
      </a:lvl7pPr>
      <a:lvl8pPr marL="3200165" algn="l" defTabSz="914333" rtl="0" eaLnBrk="1" latinLnBrk="0" hangingPunct="1">
        <a:defRPr sz="1800" kern="1200">
          <a:solidFill>
            <a:schemeClr val="tx1"/>
          </a:solidFill>
          <a:latin typeface="+mn-lt"/>
          <a:ea typeface="+mn-ea"/>
          <a:cs typeface="+mn-cs"/>
        </a:defRPr>
      </a:lvl8pPr>
      <a:lvl9pPr marL="3657332" algn="l" defTabSz="914333"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0.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89E0-89D9-4425-AE04-BF03119740B1}"/>
              </a:ext>
            </a:extLst>
          </p:cNvPr>
          <p:cNvSpPr>
            <a:spLocks noGrp="1"/>
          </p:cNvSpPr>
          <p:nvPr>
            <p:ph type="ctrTitle"/>
          </p:nvPr>
        </p:nvSpPr>
        <p:spPr>
          <a:xfrm>
            <a:off x="547200" y="2602898"/>
            <a:ext cx="9268637" cy="1507549"/>
          </a:xfrm>
        </p:spPr>
        <p:txBody>
          <a:bodyPr/>
          <a:lstStyle/>
          <a:p>
            <a:r>
              <a:rPr lang="en-US" dirty="0"/>
              <a:t>EDC Apprentice - Work Topic Demonstration</a:t>
            </a:r>
          </a:p>
        </p:txBody>
      </p:sp>
      <p:sp>
        <p:nvSpPr>
          <p:cNvPr id="3" name="Text Placeholder 2">
            <a:extLst>
              <a:ext uri="{FF2B5EF4-FFF2-40B4-BE49-F238E27FC236}">
                <a16:creationId xmlns:a16="http://schemas.microsoft.com/office/drawing/2014/main" id="{B9139839-FCEA-4EC2-AD64-E9A6C386964E}"/>
              </a:ext>
            </a:extLst>
          </p:cNvPr>
          <p:cNvSpPr>
            <a:spLocks noGrp="1"/>
          </p:cNvSpPr>
          <p:nvPr>
            <p:ph type="body" sz="quarter" idx="1"/>
          </p:nvPr>
        </p:nvSpPr>
        <p:spPr/>
        <p:txBody>
          <a:bodyPr>
            <a:normAutofit/>
          </a:bodyPr>
          <a:lstStyle/>
          <a:p>
            <a:r>
              <a:rPr lang="en-US" sz="1800" dirty="0"/>
              <a:t>Yash Vardhan Jaiswal</a:t>
            </a:r>
          </a:p>
          <a:p>
            <a:r>
              <a:rPr lang="en-US" dirty="0"/>
              <a:t>Apprentice </a:t>
            </a:r>
            <a:endParaRPr lang="en-US" sz="1800" dirty="0"/>
          </a:p>
          <a:p>
            <a:r>
              <a:rPr lang="en-US" sz="1800" dirty="0"/>
              <a:t>11/27/2025</a:t>
            </a:r>
          </a:p>
        </p:txBody>
      </p:sp>
    </p:spTree>
    <p:extLst>
      <p:ext uri="{BB962C8B-B14F-4D97-AF65-F5344CB8AC3E}">
        <p14:creationId xmlns:p14="http://schemas.microsoft.com/office/powerpoint/2010/main" val="28530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31069-A2DE-FAD2-EA27-67BC395BBF2F}"/>
              </a:ext>
            </a:extLst>
          </p:cNvPr>
          <p:cNvSpPr>
            <a:spLocks noGrp="1"/>
          </p:cNvSpPr>
          <p:nvPr>
            <p:ph type="ctrTitle"/>
          </p:nvPr>
        </p:nvSpPr>
        <p:spPr>
          <a:xfrm>
            <a:off x="3130202" y="2702044"/>
            <a:ext cx="7132831" cy="1867220"/>
          </a:xfrm>
        </p:spPr>
        <p:txBody>
          <a:bodyPr>
            <a:noAutofit/>
          </a:bodyPr>
          <a:lstStyle/>
          <a:p>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r>
              <a:rPr lang="en-US" sz="2000" dirty="0">
                <a:effectLst/>
                <a:ea typeface="Calibri" panose="020F0502020204030204" pitchFamily="34" charset="0"/>
              </a:rPr>
              <a:t>1. My Current </a:t>
            </a:r>
            <a:r>
              <a:rPr lang="en-US" sz="2000" dirty="0"/>
              <a:t>contribution To Relevant project/objective</a:t>
            </a:r>
            <a:br>
              <a:rPr lang="en-US" sz="2000" dirty="0">
                <a:effectLst/>
                <a:ea typeface="Calibri" panose="020F0502020204030204" pitchFamily="34" charset="0"/>
              </a:rPr>
            </a:br>
            <a:r>
              <a:rPr lang="en-US" sz="2000" b="1" dirty="0">
                <a:effectLst/>
                <a:ea typeface="Calibri" panose="020F0502020204030204" pitchFamily="34" charset="0"/>
              </a:rPr>
              <a:t>2. Learning Before Coming To Project </a:t>
            </a:r>
            <a:br>
              <a:rPr lang="en-US" sz="2000" dirty="0">
                <a:effectLst/>
                <a:ea typeface="Calibri" panose="020F0502020204030204" pitchFamily="34" charset="0"/>
              </a:rPr>
            </a:br>
            <a:r>
              <a:rPr lang="en-US" sz="2000" b="1" dirty="0">
                <a:effectLst/>
                <a:ea typeface="Calibri" panose="020F0502020204030204" pitchFamily="34" charset="0"/>
              </a:rPr>
              <a:t>3. Learning After Coming To Project </a:t>
            </a:r>
            <a:br>
              <a:rPr lang="en-US" sz="2000" b="1" dirty="0">
                <a:effectLst/>
                <a:ea typeface="Calibri" panose="020F0502020204030204" pitchFamily="34" charset="0"/>
              </a:rPr>
            </a:br>
            <a:r>
              <a:rPr lang="en-US" sz="2000" b="1" dirty="0">
                <a:effectLst/>
                <a:ea typeface="Calibri" panose="020F0502020204030204" pitchFamily="34" charset="0"/>
              </a:rPr>
              <a:t>4. Key Learning And Methodologies applied.</a:t>
            </a:r>
            <a:br>
              <a:rPr lang="en-US" sz="2000" dirty="0">
                <a:effectLst/>
                <a:ea typeface="Calibri" panose="020F0502020204030204" pitchFamily="34" charset="0"/>
              </a:rPr>
            </a:br>
            <a:r>
              <a:rPr lang="en-US" sz="2000" dirty="0">
                <a:ea typeface="Calibri" panose="020F0502020204030204" pitchFamily="34" charset="0"/>
              </a:rPr>
              <a:t>5. My Tech Skill in Different Field </a:t>
            </a:r>
            <a:br>
              <a:rPr lang="en-US" sz="2000" dirty="0">
                <a:ea typeface="Calibri" panose="020F0502020204030204" pitchFamily="34" charset="0"/>
              </a:rPr>
            </a:br>
            <a:r>
              <a:rPr lang="en-US" sz="2000" dirty="0">
                <a:ea typeface="Calibri" panose="020F0502020204030204" pitchFamily="34" charset="0"/>
              </a:rPr>
              <a:t>6. My Certifications</a:t>
            </a:r>
            <a:br>
              <a:rPr lang="en-US" sz="2000" b="1" dirty="0">
                <a:effectLst/>
                <a:ea typeface="Calibri" panose="020F0502020204030204" pitchFamily="34" charset="0"/>
              </a:rPr>
            </a:br>
            <a:r>
              <a:rPr lang="en-US" sz="2000" b="1" dirty="0">
                <a:effectLst/>
                <a:ea typeface="Calibri" panose="020F0502020204030204" pitchFamily="34" charset="0"/>
              </a:rPr>
              <a:t>6.</a:t>
            </a:r>
            <a:r>
              <a:rPr lang="en-US" sz="2000" dirty="0">
                <a:ea typeface="Calibri" panose="020F0502020204030204" pitchFamily="34" charset="0"/>
              </a:rPr>
              <a:t> Conclusion and Q&amp;A</a:t>
            </a:r>
            <a:br>
              <a:rPr lang="en-US" sz="2000" dirty="0">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endParaRPr lang="en-US" sz="2000" dirty="0"/>
          </a:p>
        </p:txBody>
      </p:sp>
      <p:sp>
        <p:nvSpPr>
          <p:cNvPr id="6" name="Title 1">
            <a:extLst>
              <a:ext uri="{FF2B5EF4-FFF2-40B4-BE49-F238E27FC236}">
                <a16:creationId xmlns:a16="http://schemas.microsoft.com/office/drawing/2014/main" id="{15C59DCA-F731-4A64-D0F7-86C0DF166E4E}"/>
              </a:ext>
            </a:extLst>
          </p:cNvPr>
          <p:cNvSpPr txBox="1">
            <a:spLocks/>
          </p:cNvSpPr>
          <p:nvPr/>
        </p:nvSpPr>
        <p:spPr>
          <a:xfrm>
            <a:off x="2865120" y="172119"/>
            <a:ext cx="7971797" cy="612742"/>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endParaRPr lang="en-US" sz="3200" dirty="0">
              <a:solidFill>
                <a:schemeClr val="bg1">
                  <a:lumMod val="65000"/>
                </a:schemeClr>
              </a:solidFill>
            </a:endParaRPr>
          </a:p>
        </p:txBody>
      </p:sp>
      <p:sp>
        <p:nvSpPr>
          <p:cNvPr id="7" name="Title 1">
            <a:extLst>
              <a:ext uri="{FF2B5EF4-FFF2-40B4-BE49-F238E27FC236}">
                <a16:creationId xmlns:a16="http://schemas.microsoft.com/office/drawing/2014/main" id="{356D1E95-2A54-6BA5-0CC0-CF6CC2E385B2}"/>
              </a:ext>
            </a:extLst>
          </p:cNvPr>
          <p:cNvSpPr txBox="1">
            <a:spLocks/>
          </p:cNvSpPr>
          <p:nvPr/>
        </p:nvSpPr>
        <p:spPr>
          <a:xfrm>
            <a:off x="2865120" y="807913"/>
            <a:ext cx="7971797" cy="793436"/>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r>
              <a:rPr lang="en-US" sz="3600" dirty="0"/>
              <a:t>Agenda:</a:t>
            </a:r>
          </a:p>
        </p:txBody>
      </p:sp>
    </p:spTree>
    <p:extLst>
      <p:ext uri="{BB962C8B-B14F-4D97-AF65-F5344CB8AC3E}">
        <p14:creationId xmlns:p14="http://schemas.microsoft.com/office/powerpoint/2010/main" val="1262098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5C59DCA-F731-4A64-D0F7-86C0DF166E4E}"/>
              </a:ext>
            </a:extLst>
          </p:cNvPr>
          <p:cNvSpPr txBox="1">
            <a:spLocks/>
          </p:cNvSpPr>
          <p:nvPr/>
        </p:nvSpPr>
        <p:spPr>
          <a:xfrm>
            <a:off x="2865120" y="172119"/>
            <a:ext cx="7971797" cy="612742"/>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endParaRPr lang="en-US" sz="3200" dirty="0">
              <a:solidFill>
                <a:schemeClr val="bg1">
                  <a:lumMod val="65000"/>
                </a:schemeClr>
              </a:solidFill>
            </a:endParaRPr>
          </a:p>
        </p:txBody>
      </p:sp>
      <p:sp>
        <p:nvSpPr>
          <p:cNvPr id="7" name="Title 1">
            <a:extLst>
              <a:ext uri="{FF2B5EF4-FFF2-40B4-BE49-F238E27FC236}">
                <a16:creationId xmlns:a16="http://schemas.microsoft.com/office/drawing/2014/main" id="{356D1E95-2A54-6BA5-0CC0-CF6CC2E385B2}"/>
              </a:ext>
            </a:extLst>
          </p:cNvPr>
          <p:cNvSpPr txBox="1">
            <a:spLocks/>
          </p:cNvSpPr>
          <p:nvPr/>
        </p:nvSpPr>
        <p:spPr>
          <a:xfrm>
            <a:off x="2865120" y="523605"/>
            <a:ext cx="7971797" cy="793436"/>
          </a:xfrm>
          <a:prstGeom prst="rect">
            <a:avLst/>
          </a:prstGeom>
          <a:ln w="0">
            <a:noFill/>
          </a:ln>
          <a:effectLst/>
        </p:spPr>
        <p:txBody>
          <a:bodyPr vert="horz" lIns="0" tIns="0" rIns="0" bIns="0" rtlCol="0" anchor="b" anchorCtr="0">
            <a:normAutofit/>
          </a:bodyPr>
          <a:lstStyle>
            <a:lvl1pPr algn="l" defTabSz="914333" rtl="0" eaLnBrk="1" latinLnBrk="0" hangingPunct="1">
              <a:lnSpc>
                <a:spcPct val="100000"/>
              </a:lnSpc>
              <a:spcBef>
                <a:spcPct val="0"/>
              </a:spcBef>
              <a:buNone/>
              <a:defRPr sz="4000" b="1" kern="0" cap="none" baseline="0">
                <a:solidFill>
                  <a:schemeClr val="tx1"/>
                </a:solidFill>
                <a:latin typeface="+mj-lt"/>
                <a:ea typeface="+mj-ea"/>
                <a:cs typeface="+mj-cs"/>
              </a:defRPr>
            </a:lvl1pPr>
          </a:lstStyle>
          <a:p>
            <a:pPr fontAlgn="auto">
              <a:spcAft>
                <a:spcPts val="0"/>
              </a:spcAft>
            </a:pPr>
            <a:r>
              <a:rPr lang="en-US" sz="3600" dirty="0"/>
              <a:t>Currently What I had Done In project</a:t>
            </a:r>
          </a:p>
        </p:txBody>
      </p:sp>
      <p:sp>
        <p:nvSpPr>
          <p:cNvPr id="2" name="Title 1">
            <a:extLst>
              <a:ext uri="{FF2B5EF4-FFF2-40B4-BE49-F238E27FC236}">
                <a16:creationId xmlns:a16="http://schemas.microsoft.com/office/drawing/2014/main" id="{9F75BEF7-0592-A561-2293-1DD57401D89D}"/>
              </a:ext>
            </a:extLst>
          </p:cNvPr>
          <p:cNvSpPr>
            <a:spLocks noGrp="1"/>
          </p:cNvSpPr>
          <p:nvPr>
            <p:ph type="ctrTitle"/>
          </p:nvPr>
        </p:nvSpPr>
        <p:spPr>
          <a:xfrm>
            <a:off x="2970279" y="1780728"/>
            <a:ext cx="7132831" cy="1225770"/>
          </a:xfrm>
        </p:spPr>
        <p:txBody>
          <a:bodyPr>
            <a:noAutofit/>
          </a:bodyPr>
          <a:lstStyle/>
          <a:p>
            <a:br>
              <a:rPr lang="en-US" sz="2000" dirty="0">
                <a:effectLst/>
                <a:latin typeface="Calibri" panose="020F0502020204030204" pitchFamily="34" charset="0"/>
                <a:ea typeface="Calibri" panose="020F0502020204030204" pitchFamily="34" charset="0"/>
              </a:rPr>
            </a:br>
            <a:r>
              <a:rPr lang="en-US" sz="2000" dirty="0">
                <a:effectLst/>
                <a:latin typeface="Calibri" panose="020F0502020204030204" pitchFamily="34" charset="0"/>
                <a:ea typeface="Calibri" panose="020F0502020204030204" pitchFamily="34" charset="0"/>
              </a:rPr>
              <a:t>1. </a:t>
            </a:r>
            <a:r>
              <a:rPr lang="en-US" sz="2000" dirty="0">
                <a:latin typeface="Calibri" panose="020F0502020204030204" pitchFamily="34" charset="0"/>
                <a:ea typeface="Calibri" panose="020F0502020204030204" pitchFamily="34" charset="0"/>
              </a:rPr>
              <a:t>Tested Multiple Screen Functionality At </a:t>
            </a:r>
            <a:r>
              <a:rPr lang="en-US" sz="2000" dirty="0" err="1">
                <a:latin typeface="Calibri" panose="020F0502020204030204" pitchFamily="34" charset="0"/>
                <a:ea typeface="Calibri" panose="020F0502020204030204" pitchFamily="34" charset="0"/>
              </a:rPr>
              <a:t>LuxaOS</a:t>
            </a:r>
            <a:r>
              <a:rPr lang="en-US" sz="2000" dirty="0">
                <a:latin typeface="Calibri" panose="020F0502020204030204" pitchFamily="34" charset="0"/>
                <a:ea typeface="Calibri" panose="020F0502020204030204" pitchFamily="34" charset="0"/>
              </a:rPr>
              <a:t> Project Using    Robot Framework With Selenium Library </a:t>
            </a:r>
            <a:br>
              <a:rPr lang="en-US" sz="2000" dirty="0">
                <a:effectLst/>
                <a:latin typeface="Calibri" panose="020F0502020204030204" pitchFamily="34" charset="0"/>
                <a:ea typeface="Calibri" panose="020F0502020204030204" pitchFamily="34" charset="0"/>
              </a:rPr>
            </a:br>
            <a:br>
              <a:rPr lang="en-US" sz="2000" dirty="0">
                <a:effectLst/>
                <a:latin typeface="Calibri" panose="020F0502020204030204" pitchFamily="34" charset="0"/>
                <a:ea typeface="Calibri" panose="020F0502020204030204" pitchFamily="34" charset="0"/>
              </a:rPr>
            </a:br>
            <a:endParaRPr lang="en-US" sz="2000" dirty="0"/>
          </a:p>
        </p:txBody>
      </p:sp>
      <p:pic>
        <p:nvPicPr>
          <p:cNvPr id="12" name="Picture 11">
            <a:extLst>
              <a:ext uri="{FF2B5EF4-FFF2-40B4-BE49-F238E27FC236}">
                <a16:creationId xmlns:a16="http://schemas.microsoft.com/office/drawing/2014/main" id="{6346F791-8084-7CE3-F5C1-91A605F77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5119" y="2804885"/>
            <a:ext cx="3032761" cy="2955835"/>
          </a:xfrm>
          <a:prstGeom prst="rect">
            <a:avLst/>
          </a:prstGeom>
        </p:spPr>
      </p:pic>
      <p:pic>
        <p:nvPicPr>
          <p:cNvPr id="14" name="Picture 13">
            <a:extLst>
              <a:ext uri="{FF2B5EF4-FFF2-40B4-BE49-F238E27FC236}">
                <a16:creationId xmlns:a16="http://schemas.microsoft.com/office/drawing/2014/main" id="{D6ADA729-FCE1-3F9A-1D9C-7FAA6F6B34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6420" y="2645835"/>
            <a:ext cx="4248822" cy="2400041"/>
          </a:xfrm>
          <a:prstGeom prst="rect">
            <a:avLst/>
          </a:prstGeom>
        </p:spPr>
      </p:pic>
    </p:spTree>
    <p:extLst>
      <p:ext uri="{BB962C8B-B14F-4D97-AF65-F5344CB8AC3E}">
        <p14:creationId xmlns:p14="http://schemas.microsoft.com/office/powerpoint/2010/main" val="15683329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C30BB8-54FA-3389-FF7B-E5540EA06A3E}"/>
              </a:ext>
            </a:extLst>
          </p:cNvPr>
          <p:cNvSpPr txBox="1"/>
          <p:nvPr/>
        </p:nvSpPr>
        <p:spPr>
          <a:xfrm>
            <a:off x="3185160" y="609600"/>
            <a:ext cx="914400" cy="914400"/>
          </a:xfrm>
          <a:prstGeom prst="rect">
            <a:avLst/>
          </a:prstGeom>
          <a:noFill/>
        </p:spPr>
        <p:txBody>
          <a:bodyPr wrap="none" lIns="0" tIns="0" rIns="0" bIns="0" rtlCol="0">
            <a:noAutofit/>
          </a:bodyPr>
          <a:lstStyle/>
          <a:p>
            <a:pPr fontAlgn="auto">
              <a:spcBef>
                <a:spcPts val="500"/>
              </a:spcBef>
              <a:spcAft>
                <a:spcPts val="0"/>
              </a:spcAft>
            </a:pPr>
            <a:r>
              <a:rPr lang="en-US" sz="2800" b="1" dirty="0">
                <a:ea typeface="Calibri" panose="020F0502020204030204" pitchFamily="34" charset="0"/>
              </a:rPr>
              <a:t>Learning Before Coming To Project (Training)</a:t>
            </a:r>
            <a:endParaRPr kumimoji="0" lang="en-US" sz="2800" b="0" i="0" u="none" strike="noStrike" kern="0" cap="none" spc="0" normalizeH="0" baseline="0" noProof="0" dirty="0">
              <a:ln>
                <a:noFill/>
              </a:ln>
              <a:solidFill>
                <a:srgbClr val="000000"/>
              </a:solidFill>
              <a:effectLst/>
              <a:uLnTx/>
              <a:uFillTx/>
            </a:endParaRPr>
          </a:p>
        </p:txBody>
      </p:sp>
      <p:sp>
        <p:nvSpPr>
          <p:cNvPr id="3" name="TextBox 2">
            <a:extLst>
              <a:ext uri="{FF2B5EF4-FFF2-40B4-BE49-F238E27FC236}">
                <a16:creationId xmlns:a16="http://schemas.microsoft.com/office/drawing/2014/main" id="{884F4696-6AC7-73A1-4E47-617A7E830C4B}"/>
              </a:ext>
            </a:extLst>
          </p:cNvPr>
          <p:cNvSpPr txBox="1"/>
          <p:nvPr/>
        </p:nvSpPr>
        <p:spPr>
          <a:xfrm>
            <a:off x="3185160" y="1706880"/>
            <a:ext cx="3322320" cy="17907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 Core Java  </a:t>
            </a:r>
          </a:p>
          <a:p>
            <a:pPr fontAlgn="auto">
              <a:spcBef>
                <a:spcPts val="500"/>
              </a:spcBef>
              <a:spcAft>
                <a:spcPts val="0"/>
              </a:spcAft>
            </a:pPr>
            <a:r>
              <a:rPr lang="en-US" kern="0" dirty="0">
                <a:solidFill>
                  <a:srgbClr val="000000"/>
                </a:solidFill>
              </a:rPr>
              <a:t>2.</a:t>
            </a:r>
            <a:r>
              <a:rPr lang="en-US" dirty="0"/>
              <a:t> Front-End Development – Angular</a:t>
            </a:r>
            <a:endParaRPr lang="en-US" kern="0" dirty="0">
              <a:solidFill>
                <a:srgbClr val="000000"/>
              </a:solidFill>
            </a:endParaRP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3.</a:t>
            </a:r>
            <a:r>
              <a:rPr lang="en-US" dirty="0"/>
              <a:t> Back-End Development – Spring Boot</a:t>
            </a: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4. Junit Testing </a:t>
            </a:r>
          </a:p>
          <a:p>
            <a:pPr fontAlgn="auto">
              <a:spcBef>
                <a:spcPts val="500"/>
              </a:spcBef>
              <a:spcAft>
                <a:spcPts val="0"/>
              </a:spcAft>
            </a:pPr>
            <a:r>
              <a:rPr lang="en-US" kern="0" dirty="0">
                <a:solidFill>
                  <a:srgbClr val="000000"/>
                </a:solidFill>
              </a:rPr>
              <a:t>5.</a:t>
            </a:r>
            <a:r>
              <a:rPr lang="en-US" dirty="0"/>
              <a:t> Microservices Architecture</a:t>
            </a:r>
            <a:r>
              <a:rPr lang="en-US" kern="0" dirty="0">
                <a:solidFill>
                  <a:srgbClr val="000000"/>
                </a:solidFill>
              </a:rPr>
              <a:t> </a:t>
            </a: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205811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C412A-BE2F-E453-A69F-5AC0354AB408}"/>
              </a:ext>
            </a:extLst>
          </p:cNvPr>
          <p:cNvSpPr>
            <a:spLocks noGrp="1"/>
          </p:cNvSpPr>
          <p:nvPr>
            <p:ph type="ctrTitle"/>
          </p:nvPr>
        </p:nvSpPr>
        <p:spPr>
          <a:xfrm>
            <a:off x="2946693" y="243840"/>
            <a:ext cx="4299927" cy="674289"/>
          </a:xfrm>
        </p:spPr>
        <p:txBody>
          <a:bodyPr/>
          <a:lstStyle/>
          <a:p>
            <a:r>
              <a:rPr lang="en-US" dirty="0"/>
              <a:t>HandsOn Project </a:t>
            </a:r>
          </a:p>
        </p:txBody>
      </p:sp>
      <p:sp>
        <p:nvSpPr>
          <p:cNvPr id="3" name="Text Placeholder 2">
            <a:extLst>
              <a:ext uri="{FF2B5EF4-FFF2-40B4-BE49-F238E27FC236}">
                <a16:creationId xmlns:a16="http://schemas.microsoft.com/office/drawing/2014/main" id="{F6D12AB6-B36D-0E6B-E4BE-E96FA91E99E0}"/>
              </a:ext>
            </a:extLst>
          </p:cNvPr>
          <p:cNvSpPr>
            <a:spLocks noGrp="1"/>
          </p:cNvSpPr>
          <p:nvPr>
            <p:ph type="body" sz="quarter" idx="1"/>
          </p:nvPr>
        </p:nvSpPr>
        <p:spPr>
          <a:xfrm>
            <a:off x="3281973" y="1185971"/>
            <a:ext cx="5176227" cy="604729"/>
          </a:xfrm>
        </p:spPr>
        <p:txBody>
          <a:bodyPr/>
          <a:lstStyle/>
          <a:p>
            <a:r>
              <a:rPr lang="en-US" dirty="0"/>
              <a:t>  --By Using Angular Framework Only </a:t>
            </a:r>
          </a:p>
        </p:txBody>
      </p:sp>
      <p:sp>
        <p:nvSpPr>
          <p:cNvPr id="4" name="TextBox 3">
            <a:extLst>
              <a:ext uri="{FF2B5EF4-FFF2-40B4-BE49-F238E27FC236}">
                <a16:creationId xmlns:a16="http://schemas.microsoft.com/office/drawing/2014/main" id="{FC8F32EF-EB59-6C8F-7AEC-6EB16C7D093B}"/>
              </a:ext>
            </a:extLst>
          </p:cNvPr>
          <p:cNvSpPr txBox="1"/>
          <p:nvPr/>
        </p:nvSpPr>
        <p:spPr>
          <a:xfrm>
            <a:off x="3281973" y="1790700"/>
            <a:ext cx="914400" cy="151638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1.Ordering System UI </a:t>
            </a:r>
          </a:p>
          <a:p>
            <a:pPr marR="0" algn="l" defTabSz="914400" eaLnBrk="1" fontAlgn="auto" latinLnBrk="0" hangingPunct="1">
              <a:spcBef>
                <a:spcPts val="500"/>
              </a:spcBef>
              <a:spcAft>
                <a:spcPts val="0"/>
              </a:spcAft>
              <a:buClrTx/>
              <a:buSzTx/>
              <a:buFontTx/>
              <a:buNone/>
              <a:tabLst/>
            </a:pPr>
            <a:r>
              <a:rPr lang="en-US" kern="0" dirty="0">
                <a:solidFill>
                  <a:srgbClr val="000000"/>
                </a:solidFill>
              </a:rPr>
              <a:t>2.Employee Service</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3.Bus </a:t>
            </a:r>
            <a:r>
              <a:rPr lang="en-US" kern="0" dirty="0">
                <a:solidFill>
                  <a:srgbClr val="000000"/>
                </a:solidFill>
              </a:rPr>
              <a:t>Ticket Booking App</a:t>
            </a:r>
          </a:p>
          <a:p>
            <a:pPr marR="0" algn="l" defTabSz="914400" eaLnBrk="1" fontAlgn="auto" latinLnBrk="0" hangingPunct="1">
              <a:spcBef>
                <a:spcPts val="500"/>
              </a:spcBef>
              <a:spcAft>
                <a:spcPts val="0"/>
              </a:spcAft>
              <a:buClrTx/>
              <a:buSzTx/>
              <a:buFontTx/>
              <a:buNone/>
              <a:tabLst/>
            </a:pPr>
            <a:r>
              <a:rPr lang="en-US" kern="0" dirty="0">
                <a:solidFill>
                  <a:srgbClr val="000000"/>
                </a:solidFill>
              </a:rPr>
              <a:t>4. CRUD Operations </a:t>
            </a:r>
            <a:endParaRPr kumimoji="0" lang="en-US" sz="1800" b="0" i="0" u="none" strike="noStrike" kern="0" cap="none" spc="0" normalizeH="0" baseline="0" noProof="0" dirty="0">
              <a:ln>
                <a:noFill/>
              </a:ln>
              <a:solidFill>
                <a:srgbClr val="000000"/>
              </a:solidFill>
              <a:effectLst/>
              <a:uLnTx/>
              <a:uFillTx/>
            </a:endParaRPr>
          </a:p>
        </p:txBody>
      </p:sp>
      <p:pic>
        <p:nvPicPr>
          <p:cNvPr id="6" name="Picture 5">
            <a:extLst>
              <a:ext uri="{FF2B5EF4-FFF2-40B4-BE49-F238E27FC236}">
                <a16:creationId xmlns:a16="http://schemas.microsoft.com/office/drawing/2014/main" id="{E5AA1E32-748E-326E-881C-D85A205D70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4754" y="1705900"/>
            <a:ext cx="4404360" cy="3963380"/>
          </a:xfrm>
          <a:prstGeom prst="rect">
            <a:avLst/>
          </a:prstGeom>
        </p:spPr>
      </p:pic>
    </p:spTree>
    <p:extLst>
      <p:ext uri="{BB962C8B-B14F-4D97-AF65-F5344CB8AC3E}">
        <p14:creationId xmlns:p14="http://schemas.microsoft.com/office/powerpoint/2010/main" val="9686248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9DCBA-2DD5-6117-BF76-4CDD95E6AF43}"/>
              </a:ext>
            </a:extLst>
          </p:cNvPr>
          <p:cNvSpPr>
            <a:spLocks noGrp="1"/>
          </p:cNvSpPr>
          <p:nvPr>
            <p:ph type="ctrTitle"/>
          </p:nvPr>
        </p:nvSpPr>
        <p:spPr>
          <a:xfrm>
            <a:off x="3030513" y="228600"/>
            <a:ext cx="4315167" cy="758109"/>
          </a:xfrm>
        </p:spPr>
        <p:txBody>
          <a:bodyPr/>
          <a:lstStyle/>
          <a:p>
            <a:r>
              <a:rPr lang="en-US" dirty="0"/>
              <a:t>HandsOn Project </a:t>
            </a:r>
          </a:p>
        </p:txBody>
      </p:sp>
      <p:sp>
        <p:nvSpPr>
          <p:cNvPr id="3" name="Text Placeholder 2">
            <a:extLst>
              <a:ext uri="{FF2B5EF4-FFF2-40B4-BE49-F238E27FC236}">
                <a16:creationId xmlns:a16="http://schemas.microsoft.com/office/drawing/2014/main" id="{6C3E3B8C-7276-F659-D8C0-5FB45D0033D9}"/>
              </a:ext>
            </a:extLst>
          </p:cNvPr>
          <p:cNvSpPr>
            <a:spLocks noGrp="1"/>
          </p:cNvSpPr>
          <p:nvPr>
            <p:ph type="body" sz="quarter" idx="1"/>
          </p:nvPr>
        </p:nvSpPr>
        <p:spPr>
          <a:xfrm>
            <a:off x="3434373" y="1086911"/>
            <a:ext cx="7132831" cy="642829"/>
          </a:xfrm>
        </p:spPr>
        <p:txBody>
          <a:bodyPr/>
          <a:lstStyle/>
          <a:p>
            <a:r>
              <a:rPr lang="en-US" dirty="0"/>
              <a:t> --By Using Spring Boot Framework Only – Backend </a:t>
            </a:r>
          </a:p>
        </p:txBody>
      </p:sp>
      <p:sp>
        <p:nvSpPr>
          <p:cNvPr id="4" name="TextBox 3">
            <a:extLst>
              <a:ext uri="{FF2B5EF4-FFF2-40B4-BE49-F238E27FC236}">
                <a16:creationId xmlns:a16="http://schemas.microsoft.com/office/drawing/2014/main" id="{D494A511-B9B8-D28A-3F80-C8C44E7528E7}"/>
              </a:ext>
            </a:extLst>
          </p:cNvPr>
          <p:cNvSpPr txBox="1"/>
          <p:nvPr/>
        </p:nvSpPr>
        <p:spPr>
          <a:xfrm>
            <a:off x="3223260" y="1729740"/>
            <a:ext cx="914400" cy="9144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lang="en-US" kern="0" dirty="0">
                <a:solidFill>
                  <a:srgbClr val="000000"/>
                </a:solidFill>
              </a:rPr>
              <a:t>1.BookDb (Database with backend Storage Library)</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2.Student Courses</a:t>
            </a:r>
          </a:p>
          <a:p>
            <a:pPr marR="0" algn="l" defTabSz="914400" eaLnBrk="1" fontAlgn="auto" latinLnBrk="0" hangingPunct="1">
              <a:spcBef>
                <a:spcPts val="500"/>
              </a:spcBef>
              <a:spcAft>
                <a:spcPts val="0"/>
              </a:spcAft>
              <a:buClrTx/>
              <a:buSzTx/>
              <a:buFontTx/>
              <a:buNone/>
              <a:tabLst/>
            </a:pPr>
            <a:r>
              <a:rPr lang="en-US" kern="0" dirty="0">
                <a:solidFill>
                  <a:srgbClr val="000000"/>
                </a:solidFill>
              </a:rPr>
              <a:t>3.Student Management System</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4.Basic CRUD Operations</a:t>
            </a:r>
          </a:p>
        </p:txBody>
      </p:sp>
      <p:pic>
        <p:nvPicPr>
          <p:cNvPr id="6" name="Picture 5">
            <a:extLst>
              <a:ext uri="{FF2B5EF4-FFF2-40B4-BE49-F238E27FC236}">
                <a16:creationId xmlns:a16="http://schemas.microsoft.com/office/drawing/2014/main" id="{1A7E71A4-6FAC-08E2-2259-B68303AFAD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8900" y="2118360"/>
            <a:ext cx="4297680" cy="3878580"/>
          </a:xfrm>
          <a:prstGeom prst="rect">
            <a:avLst/>
          </a:prstGeom>
        </p:spPr>
      </p:pic>
    </p:spTree>
    <p:extLst>
      <p:ext uri="{BB962C8B-B14F-4D97-AF65-F5344CB8AC3E}">
        <p14:creationId xmlns:p14="http://schemas.microsoft.com/office/powerpoint/2010/main" val="395396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9B4F-0E35-388E-7FEE-A39CB5D15FDB}"/>
              </a:ext>
            </a:extLst>
          </p:cNvPr>
          <p:cNvSpPr>
            <a:spLocks noGrp="1"/>
          </p:cNvSpPr>
          <p:nvPr>
            <p:ph type="ctrTitle"/>
          </p:nvPr>
        </p:nvSpPr>
        <p:spPr>
          <a:xfrm>
            <a:off x="3060993" y="358140"/>
            <a:ext cx="4277067" cy="780969"/>
          </a:xfrm>
        </p:spPr>
        <p:txBody>
          <a:bodyPr/>
          <a:lstStyle/>
          <a:p>
            <a:r>
              <a:rPr lang="en-US" dirty="0"/>
              <a:t>HandsOn Project </a:t>
            </a:r>
          </a:p>
        </p:txBody>
      </p:sp>
      <p:sp>
        <p:nvSpPr>
          <p:cNvPr id="3" name="Text Placeholder 2">
            <a:extLst>
              <a:ext uri="{FF2B5EF4-FFF2-40B4-BE49-F238E27FC236}">
                <a16:creationId xmlns:a16="http://schemas.microsoft.com/office/drawing/2014/main" id="{B29195A2-96C0-C918-944F-7170BE73497A}"/>
              </a:ext>
            </a:extLst>
          </p:cNvPr>
          <p:cNvSpPr>
            <a:spLocks noGrp="1"/>
          </p:cNvSpPr>
          <p:nvPr>
            <p:ph type="body" sz="quarter" idx="1"/>
          </p:nvPr>
        </p:nvSpPr>
        <p:spPr>
          <a:xfrm>
            <a:off x="3883488" y="1224071"/>
            <a:ext cx="3202647" cy="452329"/>
          </a:xfrm>
        </p:spPr>
        <p:txBody>
          <a:bodyPr>
            <a:noAutofit/>
          </a:bodyPr>
          <a:lstStyle/>
          <a:p>
            <a:r>
              <a:rPr lang="en-US" sz="2000" dirty="0"/>
              <a:t>-- Full Stack Development</a:t>
            </a:r>
          </a:p>
        </p:txBody>
      </p:sp>
      <p:sp>
        <p:nvSpPr>
          <p:cNvPr id="4" name="TextBox 3">
            <a:extLst>
              <a:ext uri="{FF2B5EF4-FFF2-40B4-BE49-F238E27FC236}">
                <a16:creationId xmlns:a16="http://schemas.microsoft.com/office/drawing/2014/main" id="{1C02318A-7F37-AF48-540A-569DC9C939E2}"/>
              </a:ext>
            </a:extLst>
          </p:cNvPr>
          <p:cNvSpPr txBox="1"/>
          <p:nvPr/>
        </p:nvSpPr>
        <p:spPr>
          <a:xfrm>
            <a:off x="3060993" y="1690846"/>
            <a:ext cx="7353300" cy="139446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1.Banking App</a:t>
            </a:r>
          </a:p>
          <a:p>
            <a:pPr marR="0" algn="l" defTabSz="914400" eaLnBrk="1" fontAlgn="auto" latinLnBrk="0" hangingPunct="1">
              <a:spcBef>
                <a:spcPts val="500"/>
              </a:spcBef>
              <a:spcAft>
                <a:spcPts val="0"/>
              </a:spcAft>
              <a:buClrTx/>
              <a:buSzTx/>
              <a:buFontTx/>
              <a:buNone/>
              <a:tabLst/>
            </a:pPr>
            <a:r>
              <a:rPr lang="en-US" kern="0" dirty="0">
                <a:solidFill>
                  <a:srgbClr val="000000"/>
                </a:solidFill>
              </a:rPr>
              <a:t>2.Employee Management </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3.Hospital Management</a:t>
            </a:r>
          </a:p>
          <a:p>
            <a:pPr marR="0" algn="l" defTabSz="914400" eaLnBrk="1" fontAlgn="auto" latinLnBrk="0" hangingPunct="1">
              <a:spcBef>
                <a:spcPts val="500"/>
              </a:spcBef>
              <a:spcAft>
                <a:spcPts val="0"/>
              </a:spcAft>
              <a:buClrTx/>
              <a:buSzTx/>
              <a:buFontTx/>
              <a:buNone/>
              <a:tabLst/>
            </a:pPr>
            <a:r>
              <a:rPr lang="en-US" kern="0" dirty="0">
                <a:solidFill>
                  <a:srgbClr val="000000"/>
                </a:solidFill>
              </a:rPr>
              <a:t>4.Student System</a:t>
            </a:r>
          </a:p>
          <a:p>
            <a:pPr marR="0" algn="l" defTabSz="914400" eaLnBrk="1" fontAlgn="auto" latinLnBrk="0" hangingPunct="1">
              <a:spcBef>
                <a:spcPts val="50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endParaRPr>
          </a:p>
        </p:txBody>
      </p:sp>
    </p:spTree>
    <p:extLst>
      <p:ext uri="{BB962C8B-B14F-4D97-AF65-F5344CB8AC3E}">
        <p14:creationId xmlns:p14="http://schemas.microsoft.com/office/powerpoint/2010/main" val="1457542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D7D7882-D871-F678-5CD6-BC0EA28A4E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786"/>
            <a:ext cx="5173980" cy="5837714"/>
          </a:xfrm>
          <a:prstGeom prst="rect">
            <a:avLst/>
          </a:prstGeom>
        </p:spPr>
      </p:pic>
      <p:pic>
        <p:nvPicPr>
          <p:cNvPr id="5" name="Picture 4">
            <a:extLst>
              <a:ext uri="{FF2B5EF4-FFF2-40B4-BE49-F238E27FC236}">
                <a16:creationId xmlns:a16="http://schemas.microsoft.com/office/drawing/2014/main" id="{D78AC78F-9D3A-3C55-9C66-5CF77B210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2378" y="-8414"/>
            <a:ext cx="5173979" cy="5837714"/>
          </a:xfrm>
          <a:prstGeom prst="rect">
            <a:avLst/>
          </a:prstGeom>
        </p:spPr>
      </p:pic>
    </p:spTree>
    <p:extLst>
      <p:ext uri="{BB962C8B-B14F-4D97-AF65-F5344CB8AC3E}">
        <p14:creationId xmlns:p14="http://schemas.microsoft.com/office/powerpoint/2010/main" val="14679522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409C4-B2CB-05A3-0237-118CF379AC40}"/>
              </a:ext>
            </a:extLst>
          </p:cNvPr>
          <p:cNvSpPr>
            <a:spLocks noGrp="1"/>
          </p:cNvSpPr>
          <p:nvPr>
            <p:ph type="ctrTitle"/>
          </p:nvPr>
        </p:nvSpPr>
        <p:spPr>
          <a:xfrm>
            <a:off x="2992413" y="197160"/>
            <a:ext cx="5580087" cy="1254369"/>
          </a:xfrm>
        </p:spPr>
        <p:txBody>
          <a:bodyPr>
            <a:normAutofit fontScale="90000"/>
          </a:bodyPr>
          <a:lstStyle/>
          <a:p>
            <a:r>
              <a:rPr lang="en-US" dirty="0"/>
              <a:t>After Coming To Project – E2E Automations</a:t>
            </a:r>
          </a:p>
        </p:txBody>
      </p:sp>
      <p:sp>
        <p:nvSpPr>
          <p:cNvPr id="3" name="Text Placeholder 2">
            <a:extLst>
              <a:ext uri="{FF2B5EF4-FFF2-40B4-BE49-F238E27FC236}">
                <a16:creationId xmlns:a16="http://schemas.microsoft.com/office/drawing/2014/main" id="{ACEC6D1F-49A5-131A-D026-ADDC870C724A}"/>
              </a:ext>
            </a:extLst>
          </p:cNvPr>
          <p:cNvSpPr>
            <a:spLocks noGrp="1"/>
          </p:cNvSpPr>
          <p:nvPr>
            <p:ph type="body" sz="quarter" idx="1"/>
          </p:nvPr>
        </p:nvSpPr>
        <p:spPr>
          <a:xfrm>
            <a:off x="3289593" y="1783081"/>
            <a:ext cx="6151587" cy="845819"/>
          </a:xfrm>
        </p:spPr>
        <p:txBody>
          <a:bodyPr/>
          <a:lstStyle/>
          <a:p>
            <a:r>
              <a:rPr lang="en-US" dirty="0"/>
              <a:t>1.Robot Framework Using Selenium Library </a:t>
            </a:r>
          </a:p>
        </p:txBody>
      </p:sp>
      <p:pic>
        <p:nvPicPr>
          <p:cNvPr id="5" name="Picture 4">
            <a:extLst>
              <a:ext uri="{FF2B5EF4-FFF2-40B4-BE49-F238E27FC236}">
                <a16:creationId xmlns:a16="http://schemas.microsoft.com/office/drawing/2014/main" id="{C9BAD67B-94A2-0691-D429-70F6DE2950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92412" y="2315852"/>
            <a:ext cx="7850847" cy="3002907"/>
          </a:xfrm>
          <a:prstGeom prst="rect">
            <a:avLst/>
          </a:prstGeom>
        </p:spPr>
      </p:pic>
    </p:spTree>
    <p:extLst>
      <p:ext uri="{BB962C8B-B14F-4D97-AF65-F5344CB8AC3E}">
        <p14:creationId xmlns:p14="http://schemas.microsoft.com/office/powerpoint/2010/main" val="27851094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F00EE-F21B-996D-ED20-6D3EE9F9CEFF}"/>
              </a:ext>
            </a:extLst>
          </p:cNvPr>
          <p:cNvSpPr>
            <a:spLocks noGrp="1"/>
          </p:cNvSpPr>
          <p:nvPr>
            <p:ph type="ctrTitle"/>
          </p:nvPr>
        </p:nvSpPr>
        <p:spPr>
          <a:xfrm>
            <a:off x="3091473" y="586740"/>
            <a:ext cx="5511507" cy="1200069"/>
          </a:xfrm>
        </p:spPr>
        <p:txBody>
          <a:bodyPr>
            <a:normAutofit fontScale="90000"/>
          </a:bodyPr>
          <a:lstStyle/>
          <a:p>
            <a:r>
              <a:rPr lang="en-US" dirty="0"/>
              <a:t>Key learnings and methodologies applied</a:t>
            </a:r>
          </a:p>
        </p:txBody>
      </p:sp>
      <p:sp>
        <p:nvSpPr>
          <p:cNvPr id="3" name="Text Placeholder 2">
            <a:extLst>
              <a:ext uri="{FF2B5EF4-FFF2-40B4-BE49-F238E27FC236}">
                <a16:creationId xmlns:a16="http://schemas.microsoft.com/office/drawing/2014/main" id="{FB0B181E-7E70-B595-D7F8-9E410F218600}"/>
              </a:ext>
            </a:extLst>
          </p:cNvPr>
          <p:cNvSpPr>
            <a:spLocks noGrp="1"/>
          </p:cNvSpPr>
          <p:nvPr>
            <p:ph type="body" sz="quarter" idx="1"/>
          </p:nvPr>
        </p:nvSpPr>
        <p:spPr>
          <a:xfrm>
            <a:off x="3160053" y="2168951"/>
            <a:ext cx="7132831" cy="3850849"/>
          </a:xfrm>
        </p:spPr>
        <p:txBody>
          <a:bodyPr/>
          <a:lstStyle/>
          <a:p>
            <a:r>
              <a:rPr lang="en-US" dirty="0"/>
              <a:t>1.Enhanced Testing Approach using Robot Framework</a:t>
            </a:r>
          </a:p>
          <a:p>
            <a:r>
              <a:rPr lang="en-US" dirty="0"/>
              <a:t>2. Real-Scenario Learning **</a:t>
            </a:r>
          </a:p>
          <a:p>
            <a:r>
              <a:rPr lang="en-US" dirty="0"/>
              <a:t>3. Improved test quality and reliability.</a:t>
            </a:r>
          </a:p>
          <a:p>
            <a:r>
              <a:rPr lang="en-US" dirty="0"/>
              <a:t>4.Reduce Manual Testing </a:t>
            </a:r>
          </a:p>
        </p:txBody>
      </p:sp>
    </p:spTree>
    <p:extLst>
      <p:ext uri="{BB962C8B-B14F-4D97-AF65-F5344CB8AC3E}">
        <p14:creationId xmlns:p14="http://schemas.microsoft.com/office/powerpoint/2010/main" val="1455240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B5625-3DBF-D4B8-0D01-69F0458DB58C}"/>
              </a:ext>
            </a:extLst>
          </p:cNvPr>
          <p:cNvSpPr>
            <a:spLocks noGrp="1"/>
          </p:cNvSpPr>
          <p:nvPr>
            <p:ph type="ctrTitle"/>
          </p:nvPr>
        </p:nvSpPr>
        <p:spPr>
          <a:xfrm>
            <a:off x="2939073" y="708660"/>
            <a:ext cx="6883107" cy="1116249"/>
          </a:xfrm>
        </p:spPr>
        <p:txBody>
          <a:bodyPr>
            <a:normAutofit fontScale="90000"/>
          </a:bodyPr>
          <a:lstStyle/>
          <a:p>
            <a:r>
              <a:rPr lang="en-US" dirty="0"/>
              <a:t>My Contribution For Current Project </a:t>
            </a:r>
          </a:p>
        </p:txBody>
      </p:sp>
      <p:sp>
        <p:nvSpPr>
          <p:cNvPr id="3" name="Text Placeholder 2">
            <a:extLst>
              <a:ext uri="{FF2B5EF4-FFF2-40B4-BE49-F238E27FC236}">
                <a16:creationId xmlns:a16="http://schemas.microsoft.com/office/drawing/2014/main" id="{E16B85B7-7DA8-CDF6-6C6C-E5960163EE0F}"/>
              </a:ext>
            </a:extLst>
          </p:cNvPr>
          <p:cNvSpPr>
            <a:spLocks noGrp="1"/>
          </p:cNvSpPr>
          <p:nvPr>
            <p:ph type="body" sz="quarter" idx="1"/>
          </p:nvPr>
        </p:nvSpPr>
        <p:spPr>
          <a:xfrm>
            <a:off x="3289593" y="2118360"/>
            <a:ext cx="7680032" cy="3482339"/>
          </a:xfrm>
        </p:spPr>
        <p:txBody>
          <a:bodyPr>
            <a:normAutofit/>
          </a:bodyPr>
          <a:lstStyle/>
          <a:p>
            <a:r>
              <a:rPr lang="en-US" dirty="0"/>
              <a:t>1.Developed and Enhanced UI Automation using Robot  Framework</a:t>
            </a:r>
          </a:p>
          <a:p>
            <a:r>
              <a:rPr lang="en-US" dirty="0"/>
              <a:t>2.Significant Support in Bug Identification**</a:t>
            </a:r>
          </a:p>
          <a:p>
            <a:r>
              <a:rPr lang="en-US" dirty="0"/>
              <a:t>3.Practical Impact - Reduced manual testing efforts.</a:t>
            </a:r>
          </a:p>
          <a:p>
            <a:r>
              <a:rPr lang="en-US" dirty="0"/>
              <a:t>4.Improved test coverage by 90% and reliability</a:t>
            </a:r>
          </a:p>
        </p:txBody>
      </p:sp>
    </p:spTree>
    <p:extLst>
      <p:ext uri="{BB962C8B-B14F-4D97-AF65-F5344CB8AC3E}">
        <p14:creationId xmlns:p14="http://schemas.microsoft.com/office/powerpoint/2010/main" val="1515183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0EC70-3BC9-24A5-EB6A-667B1C06BD1A}"/>
              </a:ext>
            </a:extLst>
          </p:cNvPr>
          <p:cNvSpPr>
            <a:spLocks noGrp="1"/>
          </p:cNvSpPr>
          <p:nvPr>
            <p:ph type="ctrTitle"/>
          </p:nvPr>
        </p:nvSpPr>
        <p:spPr>
          <a:xfrm>
            <a:off x="2918460" y="358139"/>
            <a:ext cx="7696200" cy="776447"/>
          </a:xfrm>
        </p:spPr>
        <p:txBody>
          <a:bodyPr>
            <a:normAutofit fontScale="90000"/>
          </a:bodyPr>
          <a:lstStyle/>
          <a:p>
            <a:r>
              <a:rPr lang="en-US" dirty="0"/>
              <a:t>A Few Significant Bugs Identified During Testing</a:t>
            </a:r>
          </a:p>
        </p:txBody>
      </p:sp>
      <p:pic>
        <p:nvPicPr>
          <p:cNvPr id="5" name="Picture 4">
            <a:extLst>
              <a:ext uri="{FF2B5EF4-FFF2-40B4-BE49-F238E27FC236}">
                <a16:creationId xmlns:a16="http://schemas.microsoft.com/office/drawing/2014/main" id="{9337ACAA-2D19-92F3-7F5B-3C771D0BE1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18460" y="1303020"/>
            <a:ext cx="6819858" cy="3276600"/>
          </a:xfrm>
          <a:prstGeom prst="rect">
            <a:avLst/>
          </a:prstGeom>
        </p:spPr>
      </p:pic>
    </p:spTree>
    <p:extLst>
      <p:ext uri="{BB962C8B-B14F-4D97-AF65-F5344CB8AC3E}">
        <p14:creationId xmlns:p14="http://schemas.microsoft.com/office/powerpoint/2010/main" val="946653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3D2F4-A5D7-8CEF-1135-F04985ACB65B}"/>
              </a:ext>
            </a:extLst>
          </p:cNvPr>
          <p:cNvSpPr>
            <a:spLocks noGrp="1"/>
          </p:cNvSpPr>
          <p:nvPr>
            <p:ph type="ctrTitle"/>
          </p:nvPr>
        </p:nvSpPr>
        <p:spPr>
          <a:xfrm>
            <a:off x="3099093" y="205740"/>
            <a:ext cx="5922987" cy="857169"/>
          </a:xfrm>
        </p:spPr>
        <p:txBody>
          <a:bodyPr>
            <a:normAutofit fontScale="90000"/>
          </a:bodyPr>
          <a:lstStyle/>
          <a:p>
            <a:r>
              <a:rPr lang="en-US" dirty="0"/>
              <a:t>My Previous Learning Experience</a:t>
            </a:r>
          </a:p>
        </p:txBody>
      </p:sp>
      <p:sp>
        <p:nvSpPr>
          <p:cNvPr id="3" name="Text Placeholder 2">
            <a:extLst>
              <a:ext uri="{FF2B5EF4-FFF2-40B4-BE49-F238E27FC236}">
                <a16:creationId xmlns:a16="http://schemas.microsoft.com/office/drawing/2014/main" id="{BE138A99-C7C9-B51D-8244-0FD33735FE2F}"/>
              </a:ext>
            </a:extLst>
          </p:cNvPr>
          <p:cNvSpPr>
            <a:spLocks noGrp="1"/>
          </p:cNvSpPr>
          <p:nvPr>
            <p:ph type="body" sz="quarter" idx="1"/>
          </p:nvPr>
        </p:nvSpPr>
        <p:spPr>
          <a:xfrm>
            <a:off x="3906813" y="1208831"/>
            <a:ext cx="7132831" cy="559009"/>
          </a:xfrm>
        </p:spPr>
        <p:txBody>
          <a:bodyPr/>
          <a:lstStyle/>
          <a:p>
            <a:r>
              <a:rPr lang="fr-FR" dirty="0"/>
              <a:t>AI / ML Certifications &amp; </a:t>
            </a:r>
            <a:r>
              <a:rPr lang="fr-FR" dirty="0" err="1"/>
              <a:t>Practical</a:t>
            </a:r>
            <a:r>
              <a:rPr lang="fr-FR" dirty="0"/>
              <a:t> </a:t>
            </a:r>
            <a:r>
              <a:rPr lang="fr-FR" dirty="0" err="1"/>
              <a:t>Implementations</a:t>
            </a:r>
            <a:endParaRPr lang="en-US" dirty="0"/>
          </a:p>
        </p:txBody>
      </p:sp>
      <p:sp>
        <p:nvSpPr>
          <p:cNvPr id="4" name="TextBox 3">
            <a:extLst>
              <a:ext uri="{FF2B5EF4-FFF2-40B4-BE49-F238E27FC236}">
                <a16:creationId xmlns:a16="http://schemas.microsoft.com/office/drawing/2014/main" id="{CC0C724E-7927-155D-39A0-59A02ABB25D0}"/>
              </a:ext>
            </a:extLst>
          </p:cNvPr>
          <p:cNvSpPr txBox="1"/>
          <p:nvPr/>
        </p:nvSpPr>
        <p:spPr>
          <a:xfrm>
            <a:off x="3307080" y="2210942"/>
            <a:ext cx="3794760" cy="966598"/>
          </a:xfrm>
          <a:prstGeom prst="rect">
            <a:avLst/>
          </a:prstGeom>
          <a:noFill/>
        </p:spPr>
        <p:txBody>
          <a:bodyPr wrap="none" lIns="0" tIns="0" rIns="0" bIns="0" rtlCol="0">
            <a:noAutofit/>
          </a:bodyPr>
          <a:lstStyle/>
          <a:p>
            <a:pPr fontAlgn="auto">
              <a:spcBef>
                <a:spcPts val="500"/>
              </a:spcBef>
              <a:spcAft>
                <a:spcPts val="0"/>
              </a:spcAft>
            </a:pPr>
            <a:r>
              <a:rPr lang="en-US" dirty="0"/>
              <a:t>        ----Key Projects Implemented</a:t>
            </a:r>
          </a:p>
          <a:p>
            <a:pPr fontAlgn="auto">
              <a:spcBef>
                <a:spcPts val="500"/>
              </a:spcBef>
              <a:spcAft>
                <a:spcPts val="0"/>
              </a:spcAft>
            </a:pPr>
            <a:endParaRPr lang="en-US" dirty="0"/>
          </a:p>
          <a:p>
            <a:pPr fontAlgn="auto">
              <a:spcBef>
                <a:spcPts val="500"/>
              </a:spcBef>
              <a:spcAft>
                <a:spcPts val="0"/>
              </a:spcAft>
            </a:pPr>
            <a:r>
              <a:rPr lang="en-US" dirty="0"/>
              <a:t>1. PDF Scanner &amp; Text Extractor</a:t>
            </a:r>
          </a:p>
          <a:p>
            <a:pPr fontAlgn="auto">
              <a:spcBef>
                <a:spcPts val="500"/>
              </a:spcBef>
              <a:spcAft>
                <a:spcPts val="0"/>
              </a:spcAft>
            </a:pPr>
            <a:r>
              <a:rPr lang="en-US" dirty="0"/>
              <a:t>2. Virtual AI Assistant</a:t>
            </a:r>
          </a:p>
          <a:p>
            <a:pPr fontAlgn="auto">
              <a:spcBef>
                <a:spcPts val="500"/>
              </a:spcBef>
              <a:spcAft>
                <a:spcPts val="0"/>
              </a:spcAft>
            </a:pPr>
            <a:r>
              <a:rPr kumimoji="0" lang="en-US" sz="1800" b="0" i="0" u="none" strike="noStrike" kern="0" cap="none" spc="0" normalizeH="0" baseline="0" noProof="0" dirty="0">
                <a:ln>
                  <a:noFill/>
                </a:ln>
                <a:solidFill>
                  <a:srgbClr val="000000"/>
                </a:solidFill>
                <a:effectLst/>
                <a:uLnTx/>
                <a:uFillTx/>
              </a:rPr>
              <a:t>3.</a:t>
            </a:r>
            <a:r>
              <a:rPr lang="en-US" dirty="0"/>
              <a:t> Smart Specs for Visually Impaired</a:t>
            </a:r>
            <a:endParaRPr kumimoji="0" lang="en-US" sz="1800" b="0" i="0" u="none" strike="noStrike" kern="0" cap="none" spc="0" normalizeH="0" baseline="0" noProof="0" dirty="0">
              <a:ln>
                <a:noFill/>
              </a:ln>
              <a:solidFill>
                <a:srgbClr val="000000"/>
              </a:solidFill>
              <a:effectLst/>
              <a:uLnTx/>
              <a:uFillTx/>
            </a:endParaRPr>
          </a:p>
        </p:txBody>
      </p:sp>
      <p:sp>
        <p:nvSpPr>
          <p:cNvPr id="5" name="TextBox 4">
            <a:extLst>
              <a:ext uri="{FF2B5EF4-FFF2-40B4-BE49-F238E27FC236}">
                <a16:creationId xmlns:a16="http://schemas.microsoft.com/office/drawing/2014/main" id="{533EDBEF-6E68-3C7D-D015-DD3FB738C330}"/>
              </a:ext>
            </a:extLst>
          </p:cNvPr>
          <p:cNvSpPr txBox="1"/>
          <p:nvPr/>
        </p:nvSpPr>
        <p:spPr>
          <a:xfrm>
            <a:off x="5063490" y="2541270"/>
            <a:ext cx="914400" cy="914400"/>
          </a:xfrm>
          <a:prstGeom prst="rect">
            <a:avLst/>
          </a:prstGeom>
          <a:noFill/>
        </p:spPr>
        <p:txBody>
          <a:bodyPr wrap="square" lIns="0" tIns="0" rIns="0" bIns="0" rtlCol="0">
            <a:noAutofit/>
          </a:bodyPr>
          <a:lstStyle/>
          <a:p>
            <a:pPr marR="0" algn="l" defTabSz="914400" eaLnBrk="1" fontAlgn="auto" latinLnBrk="0" hangingPunct="1">
              <a:spcBef>
                <a:spcPts val="500"/>
              </a:spcBef>
              <a:spcAft>
                <a:spcPts val="0"/>
              </a:spcAft>
              <a:buClrTx/>
              <a:buSzTx/>
              <a:buFontTx/>
              <a:buNone/>
              <a:tabLst/>
            </a:pPr>
            <a:endParaRPr kumimoji="0" lang="en-US" sz="1800" b="0" i="0" u="none" strike="noStrike" kern="0" cap="none" spc="0" normalizeH="0" baseline="0" noProof="0" dirty="0">
              <a:ln>
                <a:noFill/>
              </a:ln>
              <a:solidFill>
                <a:srgbClr val="000000"/>
              </a:solidFill>
              <a:effectLst/>
              <a:uLnTx/>
              <a:uFillTx/>
            </a:endParaRPr>
          </a:p>
        </p:txBody>
      </p:sp>
      <p:sp>
        <p:nvSpPr>
          <p:cNvPr id="6" name="TextBox 5">
            <a:extLst>
              <a:ext uri="{FF2B5EF4-FFF2-40B4-BE49-F238E27FC236}">
                <a16:creationId xmlns:a16="http://schemas.microsoft.com/office/drawing/2014/main" id="{C03FFCA5-BFA3-47D0-AAF9-39A1226B5308}"/>
              </a:ext>
            </a:extLst>
          </p:cNvPr>
          <p:cNvSpPr txBox="1"/>
          <p:nvPr/>
        </p:nvSpPr>
        <p:spPr>
          <a:xfrm>
            <a:off x="3449613" y="4325573"/>
            <a:ext cx="914400" cy="914400"/>
          </a:xfrm>
          <a:prstGeom prst="rect">
            <a:avLst/>
          </a:prstGeom>
          <a:noFill/>
        </p:spPr>
        <p:txBody>
          <a:bodyPr wrap="none" lIns="0" tIns="0" rIns="0" bIns="0" rtlCol="0">
            <a:noAutofit/>
          </a:bodyPr>
          <a:lstStyle/>
          <a:p>
            <a:pPr marR="0" algn="l" defTabSz="914400" eaLnBrk="1" fontAlgn="auto" latinLnBrk="0" hangingPunct="1">
              <a:spcBef>
                <a:spcPts val="500"/>
              </a:spcBef>
              <a:spcAft>
                <a:spcPts val="0"/>
              </a:spcAft>
              <a:buClrTx/>
              <a:buSzTx/>
              <a:buFontTx/>
              <a:buNone/>
              <a:tabLst/>
            </a:pPr>
            <a:r>
              <a:rPr kumimoji="0" lang="en-US" sz="1800" b="1" i="0" u="none" strike="noStrike" kern="0" cap="none" spc="0" normalizeH="0" baseline="0" noProof="0" dirty="0">
                <a:ln>
                  <a:noFill/>
                </a:ln>
                <a:solidFill>
                  <a:srgbClr val="000000"/>
                </a:solidFill>
                <a:effectLst/>
                <a:uLnTx/>
                <a:uFillTx/>
              </a:rPr>
              <a:t>Work Experience </a:t>
            </a:r>
          </a:p>
          <a:p>
            <a:pPr marR="0" algn="l" defTabSz="914400" eaLnBrk="1" fontAlgn="auto" latinLnBrk="0" hangingPunct="1">
              <a:spcBef>
                <a:spcPts val="500"/>
              </a:spcBef>
              <a:spcAft>
                <a:spcPts val="0"/>
              </a:spcAft>
              <a:buClrTx/>
              <a:buSzTx/>
              <a:buFontTx/>
              <a:buNone/>
              <a:tabLst/>
            </a:pPr>
            <a:r>
              <a:rPr lang="en-US" kern="0" dirty="0">
                <a:solidFill>
                  <a:srgbClr val="000000"/>
                </a:solidFill>
              </a:rPr>
              <a:t>1.Ericsson – on site</a:t>
            </a:r>
          </a:p>
          <a:p>
            <a:pPr marR="0" algn="l" defTabSz="914400" eaLnBrk="1" fontAlgn="auto" latinLnBrk="0" hangingPunct="1">
              <a:spcBef>
                <a:spcPts val="500"/>
              </a:spcBef>
              <a:spcAft>
                <a:spcPts val="0"/>
              </a:spcAft>
              <a:buClrTx/>
              <a:buSzTx/>
              <a:buFontTx/>
              <a:buNone/>
              <a:tabLst/>
            </a:pPr>
            <a:r>
              <a:rPr kumimoji="0" lang="en-US" sz="1800" b="0" i="0" u="none" strike="noStrike" kern="0" cap="none" spc="0" normalizeH="0" baseline="0" noProof="0" dirty="0">
                <a:ln>
                  <a:noFill/>
                </a:ln>
                <a:solidFill>
                  <a:srgbClr val="000000"/>
                </a:solidFill>
                <a:effectLst/>
                <a:uLnTx/>
                <a:uFillTx/>
              </a:rPr>
              <a:t>2.Robotic Engineer At EGB4 – on site </a:t>
            </a:r>
          </a:p>
        </p:txBody>
      </p:sp>
    </p:spTree>
    <p:extLst>
      <p:ext uri="{BB962C8B-B14F-4D97-AF65-F5344CB8AC3E}">
        <p14:creationId xmlns:p14="http://schemas.microsoft.com/office/powerpoint/2010/main" val="861447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Content Placeholder 19">
            <a:extLst>
              <a:ext uri="{FF2B5EF4-FFF2-40B4-BE49-F238E27FC236}">
                <a16:creationId xmlns:a16="http://schemas.microsoft.com/office/drawing/2014/main" id="{464C54A0-2552-90E3-FD74-7E3461D78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2656" y="914400"/>
            <a:ext cx="3243289" cy="4741994"/>
          </a:xfrm>
          <a:prstGeom prst="rect">
            <a:avLst/>
          </a:prstGeom>
        </p:spPr>
      </p:pic>
      <p:pic>
        <p:nvPicPr>
          <p:cNvPr id="30" name="Content Placeholder 29">
            <a:extLst>
              <a:ext uri="{FF2B5EF4-FFF2-40B4-BE49-F238E27FC236}">
                <a16:creationId xmlns:a16="http://schemas.microsoft.com/office/drawing/2014/main" id="{58B266BD-CA56-7ED1-CFA5-BC7952D3BA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9903" y="914399"/>
            <a:ext cx="3320605" cy="4741995"/>
          </a:xfrm>
          <a:prstGeom prst="rect">
            <a:avLst/>
          </a:prstGeom>
        </p:spPr>
      </p:pic>
      <p:pic>
        <p:nvPicPr>
          <p:cNvPr id="5" name="Picture 4">
            <a:extLst>
              <a:ext uri="{FF2B5EF4-FFF2-40B4-BE49-F238E27FC236}">
                <a16:creationId xmlns:a16="http://schemas.microsoft.com/office/drawing/2014/main" id="{C7B40042-E31F-5C82-2454-353015C091CC}"/>
              </a:ext>
            </a:extLst>
          </p:cNvPr>
          <p:cNvPicPr>
            <a:picLocks noChangeAspect="1"/>
          </p:cNvPicPr>
          <p:nvPr/>
        </p:nvPicPr>
        <p:blipFill>
          <a:blip r:embed="rId4"/>
          <a:stretch>
            <a:fillRect/>
          </a:stretch>
        </p:blipFill>
        <p:spPr>
          <a:xfrm>
            <a:off x="0" y="0"/>
            <a:ext cx="3637150" cy="6107838"/>
          </a:xfrm>
          <a:prstGeom prst="rect">
            <a:avLst/>
          </a:prstGeom>
        </p:spPr>
      </p:pic>
      <p:sp>
        <p:nvSpPr>
          <p:cNvPr id="12" name="Freeform 6">
            <a:extLst>
              <a:ext uri="{FF2B5EF4-FFF2-40B4-BE49-F238E27FC236}">
                <a16:creationId xmlns:a16="http://schemas.microsoft.com/office/drawing/2014/main" id="{24602B6A-3E39-14DC-D615-444D47EE1903}"/>
              </a:ext>
            </a:extLst>
          </p:cNvPr>
          <p:cNvSpPr>
            <a:spLocks/>
          </p:cNvSpPr>
          <p:nvPr/>
        </p:nvSpPr>
        <p:spPr bwMode="auto">
          <a:xfrm rot="10800000">
            <a:off x="5609718" y="676274"/>
            <a:ext cx="5359907" cy="113839"/>
          </a:xfrm>
          <a:custGeom>
            <a:avLst/>
            <a:gdLst>
              <a:gd name="T0" fmla="*/ 1677 w 1677"/>
              <a:gd name="T1" fmla="*/ 0 h 83"/>
              <a:gd name="T2" fmla="*/ 1612 w 1677"/>
              <a:gd name="T3" fmla="*/ 83 h 83"/>
              <a:gd name="T4" fmla="*/ 0 w 1677"/>
              <a:gd name="T5" fmla="*/ 83 h 83"/>
              <a:gd name="T6" fmla="*/ 0 w 1677"/>
              <a:gd name="T7" fmla="*/ 0 h 83"/>
              <a:gd name="T8" fmla="*/ 1677 w 1677"/>
              <a:gd name="T9" fmla="*/ 0 h 83"/>
            </a:gdLst>
            <a:ahLst/>
            <a:cxnLst>
              <a:cxn ang="0">
                <a:pos x="T0" y="T1"/>
              </a:cxn>
              <a:cxn ang="0">
                <a:pos x="T2" y="T3"/>
              </a:cxn>
              <a:cxn ang="0">
                <a:pos x="T4" y="T5"/>
              </a:cxn>
              <a:cxn ang="0">
                <a:pos x="T6" y="T7"/>
              </a:cxn>
              <a:cxn ang="0">
                <a:pos x="T8" y="T9"/>
              </a:cxn>
            </a:cxnLst>
            <a:rect l="0" t="0" r="r" b="b"/>
            <a:pathLst>
              <a:path w="1677" h="83">
                <a:moveTo>
                  <a:pt x="1677" y="0"/>
                </a:moveTo>
                <a:cubicBezTo>
                  <a:pt x="1653" y="27"/>
                  <a:pt x="1632" y="54"/>
                  <a:pt x="1612" y="83"/>
                </a:cubicBezTo>
                <a:cubicBezTo>
                  <a:pt x="0" y="83"/>
                  <a:pt x="0" y="83"/>
                  <a:pt x="0" y="83"/>
                </a:cubicBezTo>
                <a:cubicBezTo>
                  <a:pt x="0" y="0"/>
                  <a:pt x="0" y="0"/>
                  <a:pt x="0" y="0"/>
                </a:cubicBezTo>
                <a:lnTo>
                  <a:pt x="1677" y="0"/>
                </a:lnTo>
                <a:close/>
              </a:path>
            </a:pathLst>
          </a:custGeom>
          <a:solidFill>
            <a:srgbClr val="BD0C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3" name="Graphic 12">
            <a:extLst>
              <a:ext uri="{FF2B5EF4-FFF2-40B4-BE49-F238E27FC236}">
                <a16:creationId xmlns:a16="http://schemas.microsoft.com/office/drawing/2014/main" id="{E2DE2CDC-8B52-944F-1ADE-4513C7831C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5685" y="89408"/>
            <a:ext cx="748204" cy="552030"/>
          </a:xfrm>
          <a:prstGeom prst="rect">
            <a:avLst/>
          </a:prstGeom>
        </p:spPr>
      </p:pic>
    </p:spTree>
    <p:extLst>
      <p:ext uri="{BB962C8B-B14F-4D97-AF65-F5344CB8AC3E}">
        <p14:creationId xmlns:p14="http://schemas.microsoft.com/office/powerpoint/2010/main" val="25459888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7">
            <a:extLst>
              <a:ext uri="{FF2B5EF4-FFF2-40B4-BE49-F238E27FC236}">
                <a16:creationId xmlns:a16="http://schemas.microsoft.com/office/drawing/2014/main" id="{E9B2D16A-A198-A0FA-78E4-7A74906D5D73}"/>
              </a:ext>
            </a:extLst>
          </p:cNvPr>
          <p:cNvPicPr>
            <a:picLocks noChangeAspect="1"/>
          </p:cNvPicPr>
          <p:nvPr/>
        </p:nvPicPr>
        <p:blipFill>
          <a:blip r:embed="rId2">
            <a:extLst>
              <a:ext uri="{28A0092B-C50C-407E-A947-70E740481C1C}">
                <a14:useLocalDpi xmlns:a14="http://schemas.microsoft.com/office/drawing/2010/main" val="0"/>
              </a:ext>
            </a:extLst>
          </a:blip>
          <a:srcRect t="17227" r="1018" b="5792"/>
          <a:stretch/>
        </p:blipFill>
        <p:spPr>
          <a:xfrm>
            <a:off x="4029597" y="824949"/>
            <a:ext cx="3177520" cy="4869448"/>
          </a:xfrm>
          <a:prstGeom prst="rect">
            <a:avLst/>
          </a:prstGeom>
        </p:spPr>
      </p:pic>
      <p:pic>
        <p:nvPicPr>
          <p:cNvPr id="3" name="Content Placeholder 5">
            <a:extLst>
              <a:ext uri="{FF2B5EF4-FFF2-40B4-BE49-F238E27FC236}">
                <a16:creationId xmlns:a16="http://schemas.microsoft.com/office/drawing/2014/main" id="{D05CD83D-BFB1-D186-4AEB-4CD557F00C9D}"/>
              </a:ext>
            </a:extLst>
          </p:cNvPr>
          <p:cNvPicPr>
            <a:picLocks noChangeAspect="1"/>
          </p:cNvPicPr>
          <p:nvPr/>
        </p:nvPicPr>
        <p:blipFill>
          <a:blip r:embed="rId3">
            <a:extLst>
              <a:ext uri="{28A0092B-C50C-407E-A947-70E740481C1C}">
                <a14:useLocalDpi xmlns:a14="http://schemas.microsoft.com/office/drawing/2010/main" val="0"/>
              </a:ext>
            </a:extLst>
          </a:blip>
          <a:srcRect l="1248" t="17441" r="1039" b="9867"/>
          <a:stretch/>
        </p:blipFill>
        <p:spPr>
          <a:xfrm>
            <a:off x="7336382" y="824949"/>
            <a:ext cx="3281310" cy="4869448"/>
          </a:xfrm>
          <a:prstGeom prst="rect">
            <a:avLst/>
          </a:prstGeom>
        </p:spPr>
      </p:pic>
      <p:pic>
        <p:nvPicPr>
          <p:cNvPr id="7" name="Picture 6">
            <a:extLst>
              <a:ext uri="{FF2B5EF4-FFF2-40B4-BE49-F238E27FC236}">
                <a16:creationId xmlns:a16="http://schemas.microsoft.com/office/drawing/2014/main" id="{89DA8ED9-BAC9-0428-65B2-04283A935A6A}"/>
              </a:ext>
            </a:extLst>
          </p:cNvPr>
          <p:cNvPicPr>
            <a:picLocks noChangeAspect="1"/>
          </p:cNvPicPr>
          <p:nvPr/>
        </p:nvPicPr>
        <p:blipFill>
          <a:blip r:embed="rId4"/>
          <a:stretch>
            <a:fillRect/>
          </a:stretch>
        </p:blipFill>
        <p:spPr>
          <a:xfrm>
            <a:off x="0" y="-24544"/>
            <a:ext cx="3633244" cy="6132381"/>
          </a:xfrm>
          <a:prstGeom prst="rect">
            <a:avLst/>
          </a:prstGeom>
        </p:spPr>
      </p:pic>
      <p:sp>
        <p:nvSpPr>
          <p:cNvPr id="8" name="Freeform 6">
            <a:extLst>
              <a:ext uri="{FF2B5EF4-FFF2-40B4-BE49-F238E27FC236}">
                <a16:creationId xmlns:a16="http://schemas.microsoft.com/office/drawing/2014/main" id="{D6FAFC84-C1E4-5353-691E-1856E0A85E17}"/>
              </a:ext>
            </a:extLst>
          </p:cNvPr>
          <p:cNvSpPr>
            <a:spLocks/>
          </p:cNvSpPr>
          <p:nvPr/>
        </p:nvSpPr>
        <p:spPr bwMode="auto">
          <a:xfrm rot="10800000">
            <a:off x="5609718" y="676274"/>
            <a:ext cx="5359907" cy="113839"/>
          </a:xfrm>
          <a:custGeom>
            <a:avLst/>
            <a:gdLst>
              <a:gd name="T0" fmla="*/ 1677 w 1677"/>
              <a:gd name="T1" fmla="*/ 0 h 83"/>
              <a:gd name="T2" fmla="*/ 1612 w 1677"/>
              <a:gd name="T3" fmla="*/ 83 h 83"/>
              <a:gd name="T4" fmla="*/ 0 w 1677"/>
              <a:gd name="T5" fmla="*/ 83 h 83"/>
              <a:gd name="T6" fmla="*/ 0 w 1677"/>
              <a:gd name="T7" fmla="*/ 0 h 83"/>
              <a:gd name="T8" fmla="*/ 1677 w 1677"/>
              <a:gd name="T9" fmla="*/ 0 h 83"/>
            </a:gdLst>
            <a:ahLst/>
            <a:cxnLst>
              <a:cxn ang="0">
                <a:pos x="T0" y="T1"/>
              </a:cxn>
              <a:cxn ang="0">
                <a:pos x="T2" y="T3"/>
              </a:cxn>
              <a:cxn ang="0">
                <a:pos x="T4" y="T5"/>
              </a:cxn>
              <a:cxn ang="0">
                <a:pos x="T6" y="T7"/>
              </a:cxn>
              <a:cxn ang="0">
                <a:pos x="T8" y="T9"/>
              </a:cxn>
            </a:cxnLst>
            <a:rect l="0" t="0" r="r" b="b"/>
            <a:pathLst>
              <a:path w="1677" h="83">
                <a:moveTo>
                  <a:pt x="1677" y="0"/>
                </a:moveTo>
                <a:cubicBezTo>
                  <a:pt x="1653" y="27"/>
                  <a:pt x="1632" y="54"/>
                  <a:pt x="1612" y="83"/>
                </a:cubicBezTo>
                <a:cubicBezTo>
                  <a:pt x="0" y="83"/>
                  <a:pt x="0" y="83"/>
                  <a:pt x="0" y="83"/>
                </a:cubicBezTo>
                <a:cubicBezTo>
                  <a:pt x="0" y="0"/>
                  <a:pt x="0" y="0"/>
                  <a:pt x="0" y="0"/>
                </a:cubicBezTo>
                <a:lnTo>
                  <a:pt x="1677" y="0"/>
                </a:lnTo>
                <a:close/>
              </a:path>
            </a:pathLst>
          </a:custGeom>
          <a:solidFill>
            <a:srgbClr val="BD0C7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9" name="Graphic 8">
            <a:extLst>
              <a:ext uri="{FF2B5EF4-FFF2-40B4-BE49-F238E27FC236}">
                <a16:creationId xmlns:a16="http://schemas.microsoft.com/office/drawing/2014/main" id="{B248C834-E42E-31B2-9488-E67E9C97F5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75685" y="89408"/>
            <a:ext cx="748204" cy="552030"/>
          </a:xfrm>
          <a:prstGeom prst="rect">
            <a:avLst/>
          </a:prstGeom>
        </p:spPr>
      </p:pic>
    </p:spTree>
    <p:extLst>
      <p:ext uri="{BB962C8B-B14F-4D97-AF65-F5344CB8AC3E}">
        <p14:creationId xmlns:p14="http://schemas.microsoft.com/office/powerpoint/2010/main" val="21869287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5ECF4-610B-9173-6196-1FEFB9D93573}"/>
              </a:ext>
            </a:extLst>
          </p:cNvPr>
          <p:cNvSpPr>
            <a:spLocks noGrp="1"/>
          </p:cNvSpPr>
          <p:nvPr>
            <p:ph type="ctrTitle"/>
          </p:nvPr>
        </p:nvSpPr>
        <p:spPr/>
        <p:txBody>
          <a:bodyPr/>
          <a:lstStyle/>
          <a:p>
            <a:r>
              <a:rPr lang="en-US" dirty="0" err="1"/>
              <a:t>ThankYou</a:t>
            </a:r>
            <a:r>
              <a:rPr lang="en-US" dirty="0"/>
              <a:t> </a:t>
            </a:r>
          </a:p>
        </p:txBody>
      </p:sp>
    </p:spTree>
    <p:extLst>
      <p:ext uri="{BB962C8B-B14F-4D97-AF65-F5344CB8AC3E}">
        <p14:creationId xmlns:p14="http://schemas.microsoft.com/office/powerpoint/2010/main" val="12360649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AXMLTEMPLATE" val="presentation_169"/>
  <p:tag name="SAXMLCOMPANYNAME" val="bosch"/>
  <p:tag name="MLLANGUAGE" val="eng"/>
  <p:tag name="MLTEMPLATEVERSION" val="2.1"/>
  <p:tag name="SAXCONVERSION" val="2"/>
</p:tagLst>
</file>

<file path=ppt/theme/theme1.xml><?xml version="1.0" encoding="utf-8"?>
<a:theme xmlns:a="http://schemas.openxmlformats.org/drawingml/2006/main" name="Bosch 2024">
  <a:themeElements>
    <a:clrScheme name="Bosch Blau">
      <a:dk1>
        <a:sysClr val="windowText" lastClr="000000"/>
      </a:dk1>
      <a:lt1>
        <a:sysClr val="window" lastClr="FFFFFF"/>
      </a:lt1>
      <a:dk2>
        <a:srgbClr val="424C58"/>
      </a:dk2>
      <a:lt2>
        <a:srgbClr val="B2B3B5"/>
      </a:lt2>
      <a:accent1>
        <a:srgbClr val="007BC0"/>
      </a:accent1>
      <a:accent2>
        <a:srgbClr val="004975"/>
      </a:accent2>
      <a:accent3>
        <a:srgbClr val="007BC0"/>
      </a:accent3>
      <a:accent4>
        <a:srgbClr val="004975"/>
      </a:accent4>
      <a:accent5>
        <a:srgbClr val="007BC0"/>
      </a:accent5>
      <a:accent6>
        <a:srgbClr val="004975"/>
      </a:accent6>
      <a:hlink>
        <a:srgbClr val="738CB4"/>
      </a:hlink>
      <a:folHlink>
        <a:srgbClr val="B0BBD0"/>
      </a:folHlink>
    </a:clrScheme>
    <a:fontScheme name="Bosch">
      <a:majorFont>
        <a:latin typeface="Bosch Office Sans"/>
        <a:ea typeface=""/>
        <a:cs typeface=""/>
      </a:majorFont>
      <a:minorFont>
        <a:latin typeface="Bosch Office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9525" cap="flat" cmpd="sng" algn="ctr">
          <a:solidFill>
            <a:srgbClr val="3F136C"/>
          </a:solidFill>
          <a:prstDash val="solid"/>
        </a:ln>
        <a:effectLst/>
      </a:spPr>
      <a:bodyPr rtlCol="0" anchor="ctr"/>
      <a:lstStyle>
        <a:defPPr marL="0" marR="0" indent="0" algn="ctr" defTabSz="914400" eaLnBrk="1" fontAlgn="auto" latinLnBrk="0" hangingPunct="1">
          <a:lnSpc>
            <a:spcPct val="100000"/>
          </a:lnSpc>
          <a:spcBef>
            <a:spcPts val="0"/>
          </a:spcBef>
          <a:spcAft>
            <a:spcPts val="0"/>
          </a:spcAft>
          <a:buClrTx/>
          <a:buSzTx/>
          <a:buFontTx/>
          <a:buNone/>
          <a:tabLst/>
          <a:defRPr kumimoji="0" sz="1800" b="0" i="0" u="none" strike="noStrike" kern="0" cap="none" spc="0" normalizeH="0" baseline="0" noProof="0" dirty="0" smtClean="0">
            <a:ln>
              <a:noFill/>
            </a:ln>
            <a:solidFill>
              <a:srgbClr val="000000"/>
            </a:solidFill>
            <a:effectLst/>
            <a:uLnTx/>
            <a:uFillTx/>
            <a:latin typeface="Bosch Office Sans"/>
            <a:ea typeface="+mn-ea"/>
            <a:cs typeface="+mn-cs"/>
          </a:defRPr>
        </a:defPPr>
      </a:lstStyle>
    </a:spDef>
    <a:txDef>
      <a:spPr>
        <a:noFill/>
      </a:spPr>
      <a:bodyPr wrap="square" lIns="0" tIns="0" rIns="0" bIns="0" rtlCol="0">
        <a:noAutofit/>
      </a:bodyPr>
      <a:lstStyle>
        <a:defPPr marR="0" algn="l" defTabSz="914400" eaLnBrk="1" fontAlgn="auto" latinLnBrk="0" hangingPunct="1">
          <a:spcBef>
            <a:spcPts val="500"/>
          </a:spcBef>
          <a:spcAft>
            <a:spcPts val="0"/>
          </a:spcAft>
          <a:buClrTx/>
          <a:buSzTx/>
          <a:buFontTx/>
          <a:buNone/>
          <a:tabLst/>
          <a:defRPr kumimoji="0" sz="1800" b="0" i="0" u="none" strike="noStrike" kern="0" cap="none" spc="0" normalizeH="0" baseline="0" noProof="0" smtClean="0">
            <a:ln>
              <a:noFill/>
            </a:ln>
            <a:solidFill>
              <a:srgbClr val="000000"/>
            </a:solidFill>
            <a:effectLst/>
            <a:uLnTx/>
            <a:uFillTx/>
          </a:defRPr>
        </a:defPPr>
      </a:lstStyle>
    </a:txDef>
  </a:objectDefaults>
  <a:extraClrSchemeLst/>
  <a:custClrLst>
    <a:custClr name="Bosch Red 50">
      <a:srgbClr val="ED0007"/>
    </a:custClr>
    <a:custClr name="Bosch Purple 40">
      <a:srgbClr val="9E2896"/>
    </a:custClr>
    <a:custClr name="Bosch Purple 20">
      <a:srgbClr val="551151"/>
    </a:custClr>
    <a:custClr name="Bosch Blue 50">
      <a:srgbClr val="007BC0"/>
    </a:custClr>
    <a:custClr name="Bosch Blue 30">
      <a:srgbClr val="004975"/>
    </a:custClr>
    <a:custClr name="Bosch Turquoise 50">
      <a:srgbClr val="18837E"/>
    </a:custClr>
    <a:custClr name="Bosch Turquoise 30">
      <a:srgbClr val="0A4F4B"/>
    </a:custClr>
    <a:custClr name="Bosch Green 50">
      <a:srgbClr val="00884A"/>
    </a:custClr>
    <a:custClr name="Bosch Green 30">
      <a:srgbClr val="00512A"/>
    </a:custClr>
    <a:custClr name="Bosch Gray 50">
      <a:srgbClr val="71767C"/>
    </a:custClr>
  </a:custClrLst>
  <a:extLst>
    <a:ext uri="{05A4C25C-085E-4340-85A3-A5531E510DB2}">
      <thm15:themeFamily xmlns:thm15="http://schemas.microsoft.com/office/thememl/2012/main" name="template1.potx" id="{BD6EC1D4-B152-4B75-85DB-48DC16B7ED8A}" vid="{233A9649-CE92-4BEC-B45F-441AA90A9001}"/>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saxML>
  <saxMLTemplate>presentation_169</saxMLTemplate>
  <Variablen>
    <Variable>
      <Name>attachmentremark</Name>
      <OrgInhalt/>
      <Wert/>
      <Platzhalter>False</Platzhalter>
      <DocDatenDialog>True</DocDatenDialog>
      <Label>Attachment</Label>
      <FrageVar>False</FrageVar>
      <Prefix/>
      <Suffix/>
      <WegfallVar/>
      <MussFeld>False</MussFeld>
      <InDokument>True</InDokument>
      <Sektion>AttachmentRemark</Sektion>
      <Reihenfolge>0</Reihenfolge>
    </Variable>
    <Variable>
      <Name>departmentshort</Name>
      <OrgInhalt>SX/EDC1</OrgInhalt>
      <Wert>SX/EDC1</Wert>
      <Platzhalter>False</Platzhalter>
      <DocDatenDialog>True</DocDatenDialog>
      <Label>Authoring</Label>
      <FrageVar>False</FrageVar>
      <Prefix/>
      <Suffix/>
      <WegfallVar/>
      <MussFeld>False</MussFeld>
      <Trenner>
        <VariableVor>confidentiality</VariableVor>
        <VariableVor>businessunit</VariableVor>
        <Zwischen> | </Zwischen>
        <VariableNach>departmentshort</VariableNach>
      </Trenner>
      <InDokument>True</InDokument>
      <Sektion>Bosch_footer_1</Sektion>
      <Reihenfolge/>
    </Variable>
    <Variable>
      <Name>confidentiality</Name>
      <OrgInhalt>Internal</OrgInhalt>
      <Wert>Internal</Wert>
      <Platzhalter>False</Platzhalter>
      <DocDatenDialog>True</DocDatenDialog>
      <Label>Notation of confidentiality</Label>
      <FrageVar>False</FrageVar>
      <Prefix/>
      <Suffix/>
      <WegfallVar/>
      <ComboBox>
        <Option>Internal</Option>
        <Option>Confidential</Option>
        <Option>Strictly confidential</Option>
        <Option/>
      </ComboBox>
      <MussFeld>False</MussFeld>
      <InDokument>True</InDokument>
      <Sektion>Bosch_footer_1</Sektion>
      <Reihenfolge>0</Reihenfolge>
    </Variable>
    <Variable>
      <Name>copyright</Name>
      <OrgInhalt>© Robert Bosch GmbH 2024. All rights reserved, also regarding any disposal, exploitation, reproduction, editing, distribution, as well as in the event of applications for industrial property rights.</OrgInhalt>
      <Wert>© Robert Bosch GmbH 2024. All rights reserved, also regarding any disposal, exploitation, reproduction, editing, distribution, as well as in the event of applications for industrial property rights.</Wert>
      <Platzhalter>False</Platzhalter>
      <DocDatenDialog>False</DocDatenDialog>
      <Label>$tr_copyright$</Label>
      <FrageVar>False</FrageVar>
      <Prefix/>
      <Suffix/>
      <WegfallVar/>
      <MussFeld>False</MussFeld>
      <Trenner>
        <VariableVor>repositoryremark</VariableVor>
        <Zwischen>&lt;br&gt;</Zwischen>
        <VariableNach>copyright</VariableNach>
      </Trenner>
      <InDokument>True</InDokument>
      <Sektion>Bosch_footer_2</Sektion>
      <Reihenfolge/>
    </Variable>
    <Variable>
      <Name>dateformat</Name>
      <OrgInhalt>2024-05-02</OrgInhalt>
      <Wert>2024-05-02</Wert>
      <Platzhalter>False</Platzhalter>
      <DocDatenDialog>True</DocDatenDialog>
      <Label>Date</Label>
      <FrageVar>False</FrageVar>
      <Prefix/>
      <Suffix/>
      <WegfallVar/>
      <MussFeld>False</MussFeld>
      <Trenner>
        <VariableVor>departmentshort</VariableVor>
        <VariableVor>confidentiality</VariableVor>
        <VariableVor>businessunit</VariableVor>
        <Zwischen> | </Zwischen>
        <VariableNach>dateformat</VariableNach>
      </Trenner>
      <InDokument>True</InDokument>
      <Sektion>Bosch_footer_1</Sektion>
      <Reihenfolge>0</Reihenfolge>
    </Variable>
    <Variable>
      <Name>businessunit</Name>
      <OrgInhalt/>
      <Wert/>
      <Platzhalter>False</Platzhalter>
      <DocDatenDialog>False</DocDatenDialog>
      <Label>$tr_businessunit$</Label>
      <FrageVar>False</FrageVar>
      <Prefix/>
      <Suffix/>
      <WegfallVar/>
      <MussFeld>False</MussFeld>
      <Trenner>
        <VariableVor>confidentiality</VariableVor>
        <Zwischen> | </Zwischen>
        <VariableNach>businessunit</VariableNach>
      </Trenner>
      <InDokument>True</InDokument>
      <Sektion>Bosch_footer_1</Sektion>
      <Reihenfolge>0</Reihenfolge>
    </Variable>
    <Variable>
      <Name>repositoryremark</Name>
      <OrgInhalt/>
      <Wert/>
      <Platzhalter>False</Platzhalter>
      <DocDatenDialog>True</DocDatenDialog>
      <Label>Filing note</Label>
      <FrageVar>False</FrageVar>
      <Prefix/>
      <Suffix/>
      <WegfallVar/>
      <MussFeld>False</MussFeld>
      <InDokument>True</InDokument>
      <Sektion>Bosch_footer_2</Sektion>
      <Reihenfolge>0</Reihenfolge>
    </Variable>
  </Variablen>
</saxML>
</file>

<file path=customXml/item2.xml><?xml version="1.0" encoding="utf-8"?>
<sax_Colors>
  <Line size="7">
    <Color val="9e2896" tooltip="Bosch Purple 40"/>
    <Color val="551151" tooltip="Bosch Purple 20"/>
  </Line>
  <Line size="7">
    <Color val="007bc0" tooltip="Bosch Blue 50"/>
    <Color val="004975" tooltip="Bosch Blue 30"/>
  </Line>
  <Line size="7">
    <Color val="18837e" tooltip="Bosch Turquoise 50"/>
    <Color val="0a4f4b" tooltip="Bosch Turquoise 30"/>
  </Line>
  <Line size="7">
    <Color val="00884a" tooltip="Bosch Green 50"/>
    <Color val="00512a" tooltip="Bosch Green 30"/>
  </Line>
</sax_Colors>
</file>

<file path=customXml/itemProps1.xml><?xml version="1.0" encoding="utf-8"?>
<ds:datastoreItem xmlns:ds="http://schemas.openxmlformats.org/officeDocument/2006/customXml" ds:itemID="{304CF217-3C90-4AA0-B541-CE45F9BD305E}">
  <ds:schemaRefs/>
</ds:datastoreItem>
</file>

<file path=customXml/itemProps2.xml><?xml version="1.0" encoding="utf-8"?>
<ds:datastoreItem xmlns:ds="http://schemas.openxmlformats.org/officeDocument/2006/customXml" ds:itemID="{D0252559-44F8-474C-B66D-E357B88E32C2}">
  <ds:schemaRefs/>
</ds:datastoreItem>
</file>

<file path=docProps/app.xml><?xml version="1.0" encoding="utf-8"?>
<Properties xmlns="http://schemas.openxmlformats.org/officeDocument/2006/extended-properties" xmlns:vt="http://schemas.openxmlformats.org/officeDocument/2006/docPropsVTypes">
  <Template>Session_2_NexoOS-WLAN</Template>
  <TotalTime>0</TotalTime>
  <Words>367</Words>
  <Application>Microsoft Office PowerPoint</Application>
  <PresentationFormat>Custom</PresentationFormat>
  <Paragraphs>56</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Bosch Office Sans</vt:lpstr>
      <vt:lpstr>Calibri</vt:lpstr>
      <vt:lpstr>Symbol</vt:lpstr>
      <vt:lpstr>Wingdings</vt:lpstr>
      <vt:lpstr>Bosch 2024</vt:lpstr>
      <vt:lpstr>EDC Apprentice - Work Topic Demonstration</vt:lpstr>
      <vt:lpstr>   1. My Current contribution To Relevant project/objective 2. Learning Before Coming To Project  3. Learning After Coming To Project  4. Key Learning And Methodologies applied. 5. My Tech Skill in Different Field  6. My Certifications 6. Conclusion and Q&amp;A  </vt:lpstr>
      <vt:lpstr> 1. Tested Multiple Screen Functionality At LuxaOS Project Using    Robot Framework With Selenium Library   </vt:lpstr>
      <vt:lpstr>PowerPoint Presentation</vt:lpstr>
      <vt:lpstr>HandsOn Project </vt:lpstr>
      <vt:lpstr>HandsOn Project </vt:lpstr>
      <vt:lpstr>HandsOn Project </vt:lpstr>
      <vt:lpstr>PowerPoint Presentation</vt:lpstr>
      <vt:lpstr>After Coming To Project – E2E Automations</vt:lpstr>
      <vt:lpstr>Key learnings and methodologies applied</vt:lpstr>
      <vt:lpstr>My Contribution For Current Project </vt:lpstr>
      <vt:lpstr>A Few Significant Bugs Identified During Testing</vt:lpstr>
      <vt:lpstr>My Previous Learning Experience</vt:lpstr>
      <vt:lpstr>PowerPoint Presentation</vt:lpstr>
      <vt:lpstr>PowerPoint Presentation</vt:lpstr>
      <vt:lpstr>ThankYou </vt:lpstr>
    </vt:vector>
  </TitlesOfParts>
  <Company>Bosch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FIXED-TERM Jaiswal Yash Vardhan (BGSW/PJ-ETA-H)</dc:creator>
  <cp:lastModifiedBy>FIXED-TERM Jaiswal Yash Vardhan (BGSW/PJ-ETA-H)</cp:lastModifiedBy>
  <cp:revision>1</cp:revision>
  <dcterms:created xsi:type="dcterms:W3CDTF">2026-01-19T09:19:54Z</dcterms:created>
  <dcterms:modified xsi:type="dcterms:W3CDTF">2026-01-19T09:20:01Z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ttachmentremark">
    <vt:lpwstr>$attachmentremark$</vt:lpwstr>
  </property>
  <property fmtid="{D5CDD505-2E9C-101B-9397-08002B2CF9AE}" pid="3" name="confidentiality">
    <vt:lpwstr>$confidentiality_internal$</vt:lpwstr>
  </property>
  <property fmtid="{D5CDD505-2E9C-101B-9397-08002B2CF9AE}" pid="4" name="copyright">
    <vt:lpwstr>$copyright$</vt:lpwstr>
  </property>
  <property fmtid="{D5CDD505-2E9C-101B-9397-08002B2CF9AE}" pid="5" name="dateformat">
    <vt:lpwstr>$dateformat$</vt:lpwstr>
  </property>
  <property fmtid="{D5CDD505-2E9C-101B-9397-08002B2CF9AE}" pid="6" name="businessunit">
    <vt:lpwstr>$businessunit$</vt:lpwstr>
  </property>
  <property fmtid="{D5CDD505-2E9C-101B-9397-08002B2CF9AE}" pid="7" name="repositoryremark">
    <vt:lpwstr>$repositoryremark$</vt:lpwstr>
  </property>
</Properties>
</file>